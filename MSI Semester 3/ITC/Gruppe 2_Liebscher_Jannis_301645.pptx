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Default Extension="xlsx" ContentType="application/vnd.openxmlformats-officedocument.spreadsheetml.sheet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rawing1.xml" ContentType="application/vnd.openxmlformats-officedocument.drawingml.diagramDrawing+xml"/>
  <Override PartName="/ppt/diagrams/drawing10.xml" ContentType="application/vnd.openxmlformats-officedocument.drawingml.diagramDrawing+xml"/>
  <Override PartName="/ppt/notesSlides/notesSlide28.xml" ContentType="application/vnd.openxmlformats-officedocument.presentationml.notesSlide+xml"/>
  <Override PartName="/ppt/diagrams/colors1.xml" ContentType="application/vnd.openxmlformats-officedocument.drawingml.diagramColors+xml"/>
  <Override PartName="/ppt/diagrams/quickStyle1.xml" ContentType="application/vnd.openxmlformats-officedocument.drawingml.diagramQuickStyl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13.xml" ContentType="application/vnd.openxmlformats-officedocument.drawingml.diagramData+xml"/>
  <Override PartName="/ppt/diagrams/drawing2.xml" ContentType="application/vnd.openxmlformats-officedocument.drawingml.diagramDrawing+xml"/>
  <Override PartName="/ppt/diagrams/drawing13.xml" ContentType="application/vnd.openxmlformats-officedocument.drawingml.diagramDrawing+xml"/>
  <Override PartName="/ppt/diagrams/colors2.xml" ContentType="application/vnd.openxmlformats-officedocument.drawingml.diagramColors+xml"/>
  <Override PartName="/ppt/diagrams/layout2.xml" ContentType="application/vnd.openxmlformats-officedocument.drawingml.diagramLayout+xml"/>
  <Override PartName="/ppt/diagrams/quickStyle2.xml" ContentType="application/vnd.openxmlformats-officedocument.drawingml.diagramQuickStyle+xml"/>
  <Override PartName="/ppt/diagrams/data3.xml" ContentType="application/vnd.openxmlformats-officedocument.drawingml.diagramData+xml"/>
  <Override PartName="/ppt/diagrams/data12.xml" ContentType="application/vnd.openxmlformats-officedocument.drawingml.diagramData+xml"/>
  <Override PartName="/ppt/diagrams/drawing3.xml" ContentType="application/vnd.openxmlformats-officedocument.drawingml.diagramDrawing+xml"/>
  <Override PartName="/ppt/diagrams/drawing12.xml" ContentType="application/vnd.openxmlformats-officedocument.drawingml.diagramDrawing+xml"/>
  <Override PartName="/ppt/diagrams/colors3.xml" ContentType="application/vnd.openxmlformats-officedocument.drawingml.diagramColors+xml"/>
  <Override PartName="/ppt/diagrams/layout3.xml" ContentType="application/vnd.openxmlformats-officedocument.drawingml.diagramLayout+xml"/>
  <Override PartName="/ppt/diagrams/quickStyle3.xml" ContentType="application/vnd.openxmlformats-officedocument.drawingml.diagramQuickStyle+xml"/>
  <Override PartName="/ppt/diagrams/colors13.xml" ContentType="application/vnd.openxmlformats-officedocument.drawingml.diagramColors+xml"/>
  <Override PartName="/ppt/diagrams/data15.xml" ContentType="application/vnd.openxmlformats-officedocument.drawingml.diagramData+xml"/>
  <Override PartName="/ppt/charts/chart1.xml" ContentType="application/vnd.openxmlformats-officedocument.drawingml.chart+xml"/>
  <Override PartName="/ppt/diagrams/data4.xml" ContentType="application/vnd.openxmlformats-officedocument.drawingml.diagramData+xml"/>
  <Override PartName="/ppt/notesSlides/notesSlide9.xml" ContentType="application/vnd.openxmlformats-officedocument.presentationml.notesSlide+xml"/>
  <Override PartName="/ppt/diagrams/drawing15.xml" ContentType="application/vnd.openxmlformats-officedocument.drawingml.diagramDrawing+xml"/>
  <Override PartName="/ppt/diagrams/drawing4.xml" ContentType="application/vnd.openxmlformats-officedocument.drawingml.diagramDrawing+xml"/>
  <Override PartName="/ppt/diagrams/layout8.xml" ContentType="application/vnd.openxmlformats-officedocument.drawingml.diagramLayout+xml"/>
  <Override PartName="/ppt/diagrams/colors4.xml" ContentType="application/vnd.openxmlformats-officedocument.drawingml.diagramColors+xml"/>
  <Override PartName="/ppt/notesSlides/notesSlide21.xml" ContentType="application/vnd.openxmlformats-officedocument.presentationml.notesSlide+xml"/>
  <Override PartName="/ppt/diagrams/colors8.xml" ContentType="application/vnd.openxmlformats-officedocument.drawingml.diagramColors+xml"/>
  <Override PartName="/ppt/diagrams/layout4.xml" ContentType="application/vnd.openxmlformats-officedocument.drawingml.diagramLayout+xml"/>
  <Override PartName="/ppt/diagrams/quickStyle4.xml" ContentType="application/vnd.openxmlformats-officedocument.drawingml.diagramQuickStyle+xml"/>
  <Override PartName="/ppt/diagrams/colors12.xml" ContentType="application/vnd.openxmlformats-officedocument.drawingml.diagramColors+xml"/>
  <Override PartName="/ppt/diagrams/data14.xml" ContentType="application/vnd.openxmlformats-officedocument.drawingml.diagramData+xml"/>
  <Override PartName="/ppt/diagrams/data5.xml" ContentType="application/vnd.openxmlformats-officedocument.drawingml.diagramData+xml"/>
  <Override PartName="/ppt/notesSlides/notesSlide8.xml" ContentType="application/vnd.openxmlformats-officedocument.presentationml.notesSlide+xml"/>
  <Override PartName="/ppt/diagrams/drawing14.xml" ContentType="application/vnd.openxmlformats-officedocument.drawingml.diagramDrawing+xml"/>
  <Override PartName="/ppt/diagrams/drawing5.xml" ContentType="application/vnd.openxmlformats-officedocument.drawingml.diagramDrawing+xml"/>
  <Override PartName="/ppt/diagrams/layout9.xml" ContentType="application/vnd.openxmlformats-officedocument.drawingml.diagramLayout+xml"/>
  <Override PartName="/ppt/diagrams/colors5.xml" ContentType="application/vnd.openxmlformats-officedocument.drawingml.diagramColors+xml"/>
  <Override PartName="/ppt/notesSlides/notesSlide20.xml" ContentType="application/vnd.openxmlformats-officedocument.presentationml.notesSlide+xml"/>
  <Override PartName="/ppt/diagrams/colors9.xml" ContentType="application/vnd.openxmlformats-officedocument.drawingml.diagramColors+xml"/>
  <Override PartName="/ppt/diagrams/layout5.xml" ContentType="application/vnd.openxmlformats-officedocument.drawingml.diagramLayout+xml"/>
  <Override PartName="/ppt/diagrams/quickStyle5.xml" ContentType="application/vnd.openxmlformats-officedocument.drawingml.diagramQuickStyle+xml"/>
  <Override PartName="/ppt/diagrams/colors11.xml" ContentType="application/vnd.openxmlformats-officedocument.drawingml.diagramColors+xml"/>
  <Override PartName="/ppt/diagrams/data6.xml" ContentType="application/vnd.openxmlformats-officedocument.drawingml.diagramData+xml"/>
  <Override PartName="/ppt/diagrams/drawing6.xml" ContentType="application/vnd.openxmlformats-officedocument.drawingml.diagramDrawing+xml"/>
  <Override PartName="/ppt/diagrams/colors6.xml" ContentType="application/vnd.openxmlformats-officedocument.drawingml.diagramColors+xml"/>
  <Override PartName="/ppt/diagrams/layout6.xml" ContentType="application/vnd.openxmlformats-officedocument.drawingml.diagramLayout+xml"/>
  <Override PartName="/ppt/diagrams/quickStyle6.xml" ContentType="application/vnd.openxmlformats-officedocument.drawingml.diagramQuickStyle+xml"/>
  <Override PartName="/ppt/diagrams/colors10.xml" ContentType="application/vnd.openxmlformats-officedocument.drawingml.diagramColors+xml"/>
  <Override PartName="/ppt/diagrams/data7.xml" ContentType="application/vnd.openxmlformats-officedocument.drawingml.diagramData+xml"/>
  <Override PartName="/ppt/diagrams/drawing7.xml" ContentType="application/vnd.openxmlformats-officedocument.drawingml.diagramDrawing+xml"/>
  <Override PartName="/ppt/diagrams/colors7.xml" ContentType="application/vnd.openxmlformats-officedocument.drawingml.diagramColors+xml"/>
  <Override PartName="/ppt/diagrams/layout7.xml" ContentType="application/vnd.openxmlformats-officedocument.drawingml.diagramLayout+xml"/>
  <Override PartName="/ppt/diagrams/quickStyle7.xml" ContentType="application/vnd.openxmlformats-officedocument.drawingml.diagramQuickStyle+xml"/>
  <Override PartName="/ppt/diagrams/data8.xml" ContentType="application/vnd.openxmlformats-officedocument.drawingml.diagramData+xml"/>
  <Override PartName="/ppt/notesSlides/notesSlide5.xml" ContentType="application/vnd.openxmlformats-officedocument.presentationml.notesSlide+xml"/>
  <Override PartName="/ppt/diagrams/quickStyle13.xml" ContentType="application/vnd.openxmlformats-officedocument.drawingml.diagramQuickStyle+xml"/>
  <Override PartName="/ppt/diagrams/drawing8.xml" ContentType="application/vnd.openxmlformats-officedocument.drawingml.diagramDrawing+xml"/>
  <Override PartName="/ppt/diagrams/quickStyle8.xml" ContentType="application/vnd.openxmlformats-officedocument.drawingml.diagramQuickStyle+xml"/>
  <Override PartName="/ppt/notesSlides/notesSlide4.xml" ContentType="application/vnd.openxmlformats-officedocument.presentationml.notesSlide+xml"/>
  <Override PartName="/ppt/diagrams/drawing9.xml" ContentType="application/vnd.openxmlformats-officedocument.drawingml.diagramDrawing+xml"/>
  <Override PartName="/ppt/diagrams/quickStyle12.xml" ContentType="application/vnd.openxmlformats-officedocument.drawingml.diagramQuickStyle+xml"/>
  <Override PartName="/ppt/diagrams/data9.xml" ContentType="application/vnd.openxmlformats-officedocument.drawingml.diagramData+xml"/>
  <Override PartName="/ppt/diagrams/quickStyle9.xml" ContentType="application/vnd.openxmlformats-officedocument.drawingml.diagramQuickStyle+xml"/>
  <Override PartName="/ppt/diagrams/layout10.xml" ContentType="application/vnd.openxmlformats-officedocument.drawingml.diagramLayout+xml"/>
  <Override PartName="/ppt/notesSlides/notesSlide6.xml" ContentType="application/vnd.openxmlformats-officedocument.presentationml.notesSlide+xml"/>
  <Override PartName="/ppt/diagrams/quickStyle10.xml" ContentType="application/vnd.openxmlformats-officedocument.drawingml.diagramQuickStyle+xml"/>
  <Override PartName="/ppt/diagrams/data11.xml" ContentType="application/vnd.openxmlformats-officedocument.drawingml.diagramData+xml"/>
  <Override PartName="/ppt/diagrams/drawing11.xml" ContentType="application/vnd.openxmlformats-officedocument.drawingml.diagramDrawing+xml"/>
  <Override PartName="/ppt/diagrams/layout11.xml" ContentType="application/vnd.openxmlformats-officedocument.drawingml.diagramLayout+xml"/>
  <Override PartName="/ppt/notesSlides/notesSlide7.xml" ContentType="application/vnd.openxmlformats-officedocument.presentationml.notesSlide+xml"/>
  <Override PartName="/ppt/diagrams/quickStyle11.xml" ContentType="application/vnd.openxmlformats-officedocument.drawingml.diagramQuickStyle+xml"/>
  <Override PartName="/ppt/diagrams/layout12.xml" ContentType="application/vnd.openxmlformats-officedocument.drawingml.diagramLayout+xml"/>
  <Override PartName="/ppt/diagrams/layout13.xml" ContentType="application/vnd.openxmlformats-officedocument.drawingml.diagramLayout+xml"/>
  <Override PartName="/ppt/notesSlides/notesSlide13.xml" ContentType="application/vnd.openxmlformats-officedocument.presentationml.notesSlide+xml"/>
  <Override PartName="/ppt/charts/style1.xml" ContentType="application/vnd.ms-office.chartstyle+xml"/>
  <Override PartName="/ppt/charts/colors1.xml" ContentType="application/vnd.ms-office.chartcolorstyle+xml"/>
  <Override PartName="/ppt/diagrams/colors14.xml" ContentType="application/vnd.openxmlformats-officedocument.drawingml.diagramColors+xml"/>
  <Override PartName="/ppt/diagrams/layout14.xml" ContentType="application/vnd.openxmlformats-officedocument.drawingml.diagramLayout+xml"/>
  <Override PartName="/ppt/notesSlides/notesSlide2.xml" ContentType="application/vnd.openxmlformats-officedocument.presentationml.notesSlide+xml"/>
  <Override PartName="/ppt/diagrams/quickStyle14.xml" ContentType="application/vnd.openxmlformats-officedocument.drawingml.diagramQuickStyle+xml"/>
  <Override PartName="/ppt/diagrams/colors15.xml" ContentType="application/vnd.openxmlformats-officedocument.drawingml.diagramColors+xml"/>
  <Override PartName="/ppt/diagrams/layout15.xml" ContentType="application/vnd.openxmlformats-officedocument.drawingml.diagramLayout+xml"/>
  <Override PartName="/ppt/notesSlides/notesSlide3.xml" ContentType="application/vnd.openxmlformats-officedocument.presentationml.notesSlide+xml"/>
  <Override PartName="/ppt/diagrams/quickStyle15.xml" ContentType="application/vnd.openxmlformats-officedocument.drawingml.diagramQuick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3538994" d="6357091"/>
          <a:sy n="7602259" d="7012451"/>
        </p:scale>
        <p:origin x="3211314" y="3342404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 /><Relationship Id="rId39" Type="http://schemas.openxmlformats.org/officeDocument/2006/relationships/tableStyles" Target="tableStyles.xml" /><Relationship Id="rId40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Style" Target="style1.xml" /><Relationship Id="rId3" Type="http://schemas.microsoft.com/office/2011/relationships/chartColorStyle" Target="colors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p>
            <a:pPr>
              <a:defRPr sz="1400" b="0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Ergebnis Dot-Voting</a:t>
            </a:r>
            <a:endParaRPr/>
          </a:p>
        </c:rich>
      </c:tx>
      <c:layout>
        <c:manualLayout>
          <c:x val="0.000000"/>
          <c:y val="-0.001910"/>
        </c:manualLayout>
      </c:layout>
      <c:overlay val="0"/>
      <c:spPr bwMode="auto">
        <a:prstGeom prst="rect">
          <a:avLst/>
        </a:prstGeom>
        <a:noFill/>
        <a:ln>
          <a:noFill/>
        </a:ln>
      </c:spPr>
      <c:txPr>
        <a:bodyPr/>
        <a:p>
          <a:pPr>
            <a:defRPr sz="1400" b="0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/>
        </a:p>
      </c:txPr>
    </c:title>
    <c:autoTitleDeleted val="0"/>
    <c:view3D>
      <c:rotX val="15"/>
      <c:rotY val="22"/>
      <c:depthPercent val="100"/>
      <c:rAngAx val="1"/>
    </c:view3D>
    <c:floor>
      <c:thickness val="0"/>
      <c:spPr bwMode="auto">
        <a:prstGeom prst="rect">
          <a:avLst/>
        </a:prstGeom>
        <a:noFill/>
        <a:ln>
          <a:noFill/>
        </a:ln>
      </c:spPr>
    </c:floor>
    <c:sideWall>
      <c:thickness val="0"/>
      <c:spPr bwMode="auto">
        <a:prstGeom prst="rect">
          <a:avLst/>
        </a:prstGeom>
        <a:noFill/>
        <a:ln>
          <a:noFill/>
        </a:ln>
      </c:spPr>
    </c:sideWall>
    <c:backWall>
      <c:thickness val="0"/>
      <c:spPr bwMode="auto">
        <a:prstGeom prst="rect">
          <a:avLst/>
        </a:prstGeom>
        <a:noFill/>
        <a:ln>
          <a:noFill/>
        </a:ln>
      </c:spPr>
    </c:backWall>
    <c:plotArea>
      <c:layout>
        <c:manualLayout>
          <c:layoutTarget val="inner"/>
          <c:xMode val="edge"/>
          <c:yMode val="edge"/>
          <c:x val="0.186270"/>
          <c:y val="0.086200"/>
          <c:w val="0.791050"/>
          <c:h val="0.818000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Erhaltene Dots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>
              <a:noFill/>
            </a:ln>
          </c:spPr>
          <c:invertIfNegative val="0"/>
          <c:dLbls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spPr bwMode="auto">
              <a:prstGeom prst="rect">
                <a:avLst/>
              </a:prstGeom>
              <a:noFill/>
              <a:ln>
                <a:noFill/>
              </a:ln>
            </c:spPr>
            <c:txPr>
              <a:bodyPr/>
              <a:p>
                <a:pPr>
                  <a:defRPr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Sheet1!$A$2:$A$9</c:f>
              <c:strCache>
                <c:ptCount val="8"/>
                <c:pt idx="0">
                  <c:v>Systemstabilität</c:v>
                </c:pt>
                <c:pt idx="1">
                  <c:v>Unterbrechunsgfreie Wartung</c:v>
                </c:pt>
                <c:pt idx="2">
                  <c:v>Mitarbeiterschulungen</c:v>
                </c:pt>
                <c:pt idx="3">
                  <c:v>DSGVO</c:v>
                </c:pt>
                <c:pt idx="4">
                  <c:v>Warbarkeit/Skalierbarkeit</c:v>
                </c:pt>
                <c:pt idx="5">
                  <c:v>Antwortzeit</c:v>
                </c:pt>
                <c:pt idx="6">
                  <c:v>Rollenverteilung</c:v>
                </c:pt>
                <c:pt idx="7">
                  <c:v>Predictive Maintanance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  <c:spPr bwMode="auto">
            <a:prstGeom prst="rect">
              <a:avLst/>
            </a:prstGeom>
            <a:noFill/>
            <a:ln>
              <a:noFill/>
            </a:ln>
          </c:spPr>
          <c:txPr>
            <a:bodyPr/>
            <a:p>
              <a: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/>
            </a:p>
          </c:txPr>
        </c:dLbls>
        <c:gapWidth val="150"/>
        <c:shape val="box"/>
        <c:axId val="1001"/>
        <c:axId val="1002"/>
      </c:bar3DChart>
      <c:catAx>
        <c:axId val="10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</c:spPr>
        <c:txPr>
          <a:bodyPr/>
          <a:p>
            <a:pPr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/>
          </a:p>
        </c:txPr>
        <c:crossAx val="1002"/>
        <c:crosses val="autoZero"/>
        <c:auto val="1"/>
        <c:lblAlgn val="ctr"/>
        <c:lblOffset val="100"/>
        <c:noMultiLvlLbl val="0"/>
      </c:catAx>
      <c:valAx>
        <c:axId val="1002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noFill/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</c:spPr>
        <c:txPr>
          <a:bodyPr/>
          <a:p>
            <a:pPr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/>
          </a:p>
        </c:txPr>
        <c:crossAx val="1001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</c:spPr>
    </c:plotArea>
    <c:legend>
      <c:legendPos val="b"/>
      <c:layout/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 bwMode="auto">
    <a:xfrm rot="0">
      <a:off x="1626969" y="1298863"/>
      <a:ext cx="9101665" cy="5022271"/>
    </a:xfrm>
  </c:spPr>
  <c:txPr>
    <a:bodyPr/>
    <a:p>
      <a:pPr>
        <a:defRPr sz="1000">
          <a:solidFill>
            <a:schemeClr val="tx1"/>
          </a:solidFill>
          <a:latin typeface="+mn-lt"/>
          <a:ea typeface="+mn-ea"/>
          <a:cs typeface="+mn-cs"/>
        </a:defRPr>
      </a:pPr>
      <a:endParaRPr/>
    </a:p>
  </c:txPr>
  <c:externalData r:id="rId1"/>
  <c:printSettings>
    <c:headerFooter/>
    <c:pageMargins l="0.69999999999999996" r="0.69999999999999996" t="0.75" b="0.75" header="0.29999999999999999" footer="0.29999999999999999"/>
    <c:pageSetup/>
  </c:printSettings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diagrams/_rels/data1.xml.rels><?xml version="1.0" encoding="UTF-8" standalone="yes"?>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diagrams/_rels/data2.xml.rels><?xml version="1.0" encoding="UTF-8" standalone="yes"?><Relationships xmlns="http://schemas.openxmlformats.org/package/2006/relationships"></Relationships>
</file>

<file path=ppt/diagrams/_rels/data3.xml.rels><?xml version="1.0" encoding="UTF-8" standalone="yes"?>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diagrams/_rels/data4.xml.rels><?xml version="1.0" encoding="UTF-8" standalone="yes"?>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diagrams/_rels/data5.xml.rels><?xml version="1.0" encoding="UTF-8" standalone="yes"?><Relationships xmlns="http://schemas.openxmlformats.org/package/2006/relationships"></Relationships>
</file>

<file path=ppt/diagrams/_rels/data6.xml.rels><?xml version="1.0" encoding="UTF-8" standalone="yes"?><Relationships xmlns="http://schemas.openxmlformats.org/package/2006/relationships"></Relationships>
</file>

<file path=ppt/diagrams/_rels/data7.xml.rels><?xml version="1.0" encoding="UTF-8" standalone="yes"?><Relationships xmlns="http://schemas.openxmlformats.org/package/2006/relationships"></Relationships>
</file>

<file path=ppt/diagrams/_rels/data8.xml.rels><?xml version="1.0" encoding="UTF-8" standalone="yes"?><Relationships xmlns="http://schemas.openxmlformats.org/package/2006/relationships"></Relationships>
</file>

<file path=ppt/diagrams/_rels/data9.xml.rels><?xml version="1.0" encoding="UTF-8" standalone="yes"?><Relationships xmlns="http://schemas.openxmlformats.org/package/2006/relationships"></Relationships>
</file>

<file path=ppt/diagrams/_rels/data10.xml.rels><?xml version="1.0" encoding="UTF-8" standalone="yes"?><Relationships xmlns="http://schemas.openxmlformats.org/package/2006/relationships"></Relationships>
</file>

<file path=ppt/diagrams/_rels/data11.xml.rels><?xml version="1.0" encoding="UTF-8" standalone="yes"?><Relationships xmlns="http://schemas.openxmlformats.org/package/2006/relationships"></Relationships>
</file>

<file path=ppt/diagrams/_rels/data12.xml.rels><?xml version="1.0" encoding="UTF-8" standalone="yes"?><Relationships xmlns="http://schemas.openxmlformats.org/package/2006/relationships"></Relationships>
</file>

<file path=ppt/diagrams/_rels/data13.xml.rels><?xml version="1.0" encoding="UTF-8" standalone="yes"?><Relationships xmlns="http://schemas.openxmlformats.org/package/2006/relationships"></Relationships>
</file>

<file path=ppt/diagrams/_rels/data14.xml.rels><?xml version="1.0" encoding="UTF-8" standalone="yes"?><Relationships xmlns="http://schemas.openxmlformats.org/package/2006/relationships"></Relationships>
</file>

<file path=ppt/diagrams/_rels/data15.xml.rels><?xml version="1.0" encoding="UTF-8" standalone="yes"?><Relationships xmlns="http://schemas.openxmlformats.org/package/2006/relationships"></Relationships>
</file>

<file path=ppt/diagrams/_rels/drawing1.xml.rels><?xml version="1.0" encoding="UTF-8" standalone="yes"?>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diagrams/_rels/drawing2.xml.rels><?xml version="1.0" encoding="UTF-8" standalone="yes"?><Relationships xmlns="http://schemas.openxmlformats.org/package/2006/relationships"></Relationships>
</file>

<file path=ppt/diagrams/_rels/drawing3.xml.rels><?xml version="1.0" encoding="UTF-8" standalone="yes"?>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diagrams/_rels/drawing4.xml.rels><?xml version="1.0" encoding="UTF-8" standalone="yes"?>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diagrams/_rels/drawing5.xml.rels><?xml version="1.0" encoding="UTF-8" standalone="yes"?><Relationships xmlns="http://schemas.openxmlformats.org/package/2006/relationships"></Relationships>
</file>

<file path=ppt/diagrams/_rels/drawing6.xml.rels><?xml version="1.0" encoding="UTF-8" standalone="yes"?><Relationships xmlns="http://schemas.openxmlformats.org/package/2006/relationships"></Relationships>
</file>

<file path=ppt/diagrams/_rels/drawing7.xml.rels><?xml version="1.0" encoding="UTF-8" standalone="yes"?><Relationships xmlns="http://schemas.openxmlformats.org/package/2006/relationships"></Relationships>
</file>

<file path=ppt/diagrams/_rels/drawing8.xml.rels><?xml version="1.0" encoding="UTF-8" standalone="yes"?><Relationships xmlns="http://schemas.openxmlformats.org/package/2006/relationships"></Relationships>
</file>

<file path=ppt/diagrams/_rels/drawing9.xml.rels><?xml version="1.0" encoding="UTF-8" standalone="yes"?><Relationships xmlns="http://schemas.openxmlformats.org/package/2006/relationships"></Relationships>
</file>

<file path=ppt/diagrams/_rels/drawing10.xml.rels><?xml version="1.0" encoding="UTF-8" standalone="yes"?><Relationships xmlns="http://schemas.openxmlformats.org/package/2006/relationships"></Relationships>
</file>

<file path=ppt/diagrams/_rels/drawing11.xml.rels><?xml version="1.0" encoding="UTF-8" standalone="yes"?><Relationships xmlns="http://schemas.openxmlformats.org/package/2006/relationships"></Relationships>
</file>

<file path=ppt/diagrams/_rels/drawing12.xml.rels><?xml version="1.0" encoding="UTF-8" standalone="yes"?><Relationships xmlns="http://schemas.openxmlformats.org/package/2006/relationships"></Relationships>
</file>

<file path=ppt/diagrams/_rels/drawing13.xml.rels><?xml version="1.0" encoding="UTF-8" standalone="yes"?><Relationships xmlns="http://schemas.openxmlformats.org/package/2006/relationships"></Relationships>
</file>

<file path=ppt/diagrams/_rels/drawing14.xml.rels><?xml version="1.0" encoding="UTF-8" standalone="yes"?><Relationships xmlns="http://schemas.openxmlformats.org/package/2006/relationships"></Relationships>
</file>

<file path=ppt/diagrams/_rels/drawing15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dk2">
        <a:alpha val="50000"/>
      </a:schemeClr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dk2">
        <a:tint val="50000"/>
      </a:schemeClr>
    </dgm:fillClrLst>
    <dgm:linClrLst hueDir="cw" meth="repeat">
      <a:schemeClr val="lt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alignImgPlace1">
    <dgm:fillClrLst hueDir="cw" meth="repeat">
      <a:schemeClr val="dk2">
        <a:tint val="50000"/>
      </a:schemeClr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bgImgPlace1">
    <dgm:fillClrLst hueDir="cw" meth="repeat">
      <a:schemeClr val="dk2">
        <a:tint val="50000"/>
      </a:schemeClr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sib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callout">
    <dgm:fillClrLst hueDir="cw" meth="repeat">
      <a:schemeClr val="dk2"/>
    </dgm:fillClrLst>
    <dgm:linClrLst hueDir="cw" meth="repeat">
      <a:schemeClr val="dk2">
        <a:tint val="5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asst0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2D2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2D3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2D4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1D1">
    <dgm:fillClrLst hueDir="cw" meth="repeat">
      <a:schemeClr val="dk2"/>
    </dgm:fillClrLst>
    <dgm:linClrLst hueDir="cw" meth="repeat">
      <a:schemeClr val="dk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dk2"/>
    </dgm:fillClrLst>
    <dgm:linClrLst hueDir="cw" meth="repeat">
      <a:schemeClr val="dk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dk2"/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dk2"/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2">
        <a:alpha val="4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dk2">
        <a:alpha val="90000"/>
        <a:tint val="40000"/>
      </a:schemeClr>
    </dgm:fillClrLst>
    <dgm:linClrLst hueDir="cw" meth="repeat">
      <a:schemeClr val="dk2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dk2">
        <a:alpha val="90000"/>
        <a:tint val="40000"/>
      </a:schemeClr>
    </dgm:fillClrLst>
    <dgm:linClrLst hueDir="cw" meth="repeat">
      <a:schemeClr val="dk2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dk2">
        <a:alpha val="90000"/>
        <a:tint val="40000"/>
      </a:schemeClr>
    </dgm:fillClrLst>
    <dgm:linClrLst hueDir="cw" meth="repeat">
      <a:schemeClr val="dk2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dk2">
        <a:tint val="4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dk2">
        <a:shade val="8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dk2">
        <a:tint val="50000"/>
        <a:alpha val="4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dk2">
        <a:tint val="60000"/>
      </a:schemeClr>
    </dgm:fillClrLst>
    <dgm:linClrLst hueDir="cw" meth="repeat">
      <a:schemeClr val="l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2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dk2">
        <a:alpha val="50000"/>
      </a:schemeClr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dk2">
        <a:tint val="50000"/>
      </a:schemeClr>
    </dgm:fillClrLst>
    <dgm:linClrLst hueDir="cw" meth="repeat">
      <a:schemeClr val="lt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alignImgPlace1">
    <dgm:fillClrLst hueDir="cw" meth="repeat">
      <a:schemeClr val="dk2">
        <a:tint val="50000"/>
      </a:schemeClr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bgImgPlace1">
    <dgm:fillClrLst hueDir="cw" meth="repeat">
      <a:schemeClr val="dk2">
        <a:tint val="50000"/>
      </a:schemeClr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sib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callout">
    <dgm:fillClrLst hueDir="cw" meth="repeat">
      <a:schemeClr val="dk2"/>
    </dgm:fillClrLst>
    <dgm:linClrLst hueDir="cw" meth="repeat">
      <a:schemeClr val="dk2">
        <a:tint val="5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asst0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2D2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2D3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2D4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1D1">
    <dgm:fillClrLst hueDir="cw" meth="repeat">
      <a:schemeClr val="dk2"/>
    </dgm:fillClrLst>
    <dgm:linClrLst hueDir="cw" meth="repeat">
      <a:schemeClr val="dk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dk2"/>
    </dgm:fillClrLst>
    <dgm:linClrLst hueDir="cw" meth="repeat">
      <a:schemeClr val="dk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dk2"/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dk2"/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2">
        <a:alpha val="4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dk2">
        <a:alpha val="90000"/>
        <a:tint val="40000"/>
      </a:schemeClr>
    </dgm:fillClrLst>
    <dgm:linClrLst hueDir="cw" meth="repeat">
      <a:schemeClr val="dk2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dk2">
        <a:alpha val="90000"/>
        <a:tint val="40000"/>
      </a:schemeClr>
    </dgm:fillClrLst>
    <dgm:linClrLst hueDir="cw" meth="repeat">
      <a:schemeClr val="dk2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dk2">
        <a:alpha val="90000"/>
        <a:tint val="40000"/>
      </a:schemeClr>
    </dgm:fillClrLst>
    <dgm:linClrLst hueDir="cw" meth="repeat">
      <a:schemeClr val="dk2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dk2">
        <a:tint val="4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dk2">
        <a:shade val="8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dk2">
        <a:tint val="50000"/>
        <a:alpha val="4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dk2">
        <a:tint val="60000"/>
      </a:schemeClr>
    </dgm:fillClrLst>
    <dgm:linClrLst hueDir="cw" meth="repeat">
      <a:schemeClr val="l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2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E76292AD-FF1F-41F0-BB2F-3BD505A5502A}" type="doc">
      <dgm:prSet loTypeId="urn:microsoft.com/office/officeart/2005/8/layout/hList7" loCatId="process" qsTypeId="urn:microsoft.com/office/officeart/2005/8/quickstyle/simple1" qsCatId="simple" csTypeId="urn:microsoft.com/office/officeart/2005/8/colors/accent0_3" csCatId="mainScheme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AC854999-D897-4B38-BADF-EC43A24C8C19}" type="node">
      <dgm:prSet phldr="0" phldrT="[Text]"/>
      <dgm:spPr bwMode="auto"/>
      <dgm:t>
        <a:bodyPr/>
        <a:lstStyle/>
        <a:p>
          <a:pPr>
            <a:defRPr/>
          </a:pPr>
          <a:r>
            <a:rPr lang="en-US"/>
            <a:t>Instabilität</a:t>
          </a:r>
          <a:r>
            <a:rPr lang="en-US"/>
            <a:t> </a:t>
          </a:r>
          <a:r>
            <a:rPr lang="en-US"/>
            <a:t>bei</a:t>
          </a:r>
          <a:r>
            <a:rPr lang="en-US"/>
            <a:t> </a:t>
          </a:r>
          <a:r>
            <a:rPr lang="en-US"/>
            <a:t>Lastspitzen</a:t>
          </a:r>
          <a:endParaRPr lang="en-US"/>
        </a:p>
      </dgm:t>
    </dgm:pt>
    <dgm:pt modelId="{324672E3-20A9-4C5C-ACFC-24AD3A60096A}" type="parTrans" cxnId="{3A337039-EBAD-46D2-8FAB-72CA18FB3CE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B7CA7BD-35F1-4559-8356-A7CC9FC5A408}" type="sibTrans" cxnId="{3A337039-EBAD-46D2-8FAB-72CA18FB3CE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8F0C1CD-7FED-4448-A0F4-D6295040A60D}" type="node">
      <dgm:prSet phldr="0" phldrT="[Text]"/>
      <dgm:spPr bwMode="auto"/>
      <dgm:t>
        <a:bodyPr/>
        <a:lstStyle/>
        <a:p>
          <a:pPr>
            <a:defRPr/>
          </a:pPr>
          <a:r>
            <a:rPr lang="en-US"/>
            <a:t>Inkonsistente</a:t>
          </a:r>
          <a:r>
            <a:rPr lang="en-US"/>
            <a:t> Performance </a:t>
          </a:r>
          <a:r>
            <a:rPr lang="en-US"/>
            <a:t>im</a:t>
          </a:r>
          <a:r>
            <a:rPr lang="en-US"/>
            <a:t> </a:t>
          </a:r>
          <a:r>
            <a:rPr lang="en-US"/>
            <a:t>Tagesbetrieb</a:t>
          </a:r>
          <a:endParaRPr lang="en-US"/>
        </a:p>
      </dgm:t>
    </dgm:pt>
    <dgm:pt modelId="{A8C1D3BC-F827-459F-B467-916ABADDD881}" type="parTrans" cxnId="{93720F25-6865-4F40-B0B1-DC202622691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EA68F5B-DAD8-4D6B-A2D4-56232A11D1B3}" type="sibTrans" cxnId="{93720F25-6865-4F40-B0B1-DC202622691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4C15BF7-82BF-42D0-B228-BA020D60EC06}" type="node">
      <dgm:prSet phldr="0" phldrT="[Text]"/>
      <dgm:spPr bwMode="auto"/>
      <dgm:t>
        <a:bodyPr/>
        <a:lstStyle/>
        <a:p>
          <a:pPr>
            <a:defRPr/>
          </a:pPr>
          <a:r>
            <a:rPr lang="en-US"/>
            <a:t>Hoher </a:t>
          </a:r>
          <a:r>
            <a:rPr lang="en-US"/>
            <a:t>manueller</a:t>
          </a:r>
          <a:r>
            <a:rPr lang="en-US"/>
            <a:t> </a:t>
          </a:r>
          <a:r>
            <a:rPr lang="en-US"/>
            <a:t>Betriebs</a:t>
          </a:r>
          <a:r>
            <a:rPr lang="en-US"/>
            <a:t> – und </a:t>
          </a:r>
          <a:r>
            <a:rPr lang="en-US"/>
            <a:t>Wartungsaufwand</a:t>
          </a:r>
          <a:endParaRPr lang="en-US"/>
        </a:p>
      </dgm:t>
    </dgm:pt>
    <dgm:pt modelId="{47B8345C-A102-492C-B368-BBCB11F4AD05}" type="parTrans" cxnId="{65E091F7-0E7A-4948-B6FC-DDF173AC8BE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99C0873-0B9B-4A48-BC97-DDE1A8C00BD6}" type="sibTrans" cxnId="{65E091F7-0E7A-4948-B6FC-DDF173AC8BE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91CEA25-B748-4F41-B8C7-124844DDE067}" type="node">
      <dgm:prSet/>
      <dgm:spPr bwMode="auto"/>
      <dgm:t>
        <a:bodyPr/>
        <a:lstStyle/>
        <a:p>
          <a:pPr>
            <a:defRPr/>
          </a:pPr>
          <a:r>
            <a:rPr lang="en-US"/>
            <a:t>Erhöhte</a:t>
          </a:r>
          <a:r>
            <a:rPr lang="en-US"/>
            <a:t> </a:t>
          </a:r>
          <a:r>
            <a:rPr lang="en-US"/>
            <a:t>Risiken</a:t>
          </a:r>
          <a:r>
            <a:rPr lang="en-US"/>
            <a:t> </a:t>
          </a:r>
          <a:r>
            <a:rPr lang="en-US"/>
            <a:t>bei</a:t>
          </a:r>
          <a:r>
            <a:rPr lang="en-US"/>
            <a:t> </a:t>
          </a:r>
          <a:r>
            <a:rPr lang="en-US"/>
            <a:t>Datenqualität</a:t>
          </a:r>
          <a:r>
            <a:rPr lang="en-US"/>
            <a:t>, Sicherheit und Compliance</a:t>
          </a:r>
          <a:endParaRPr/>
        </a:p>
      </dgm:t>
    </dgm:pt>
    <dgm:pt modelId="{5FE72B8F-3F83-49F8-88C8-46E8707E6B83}" type="parTrans" cxnId="{5614E05F-0C6F-4D52-86D2-97E8DC87E0E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77A245A-F7C0-4DDC-8DF0-E91CFB62C478}" type="sibTrans" cxnId="{5614E05F-0C6F-4D52-86D2-97E8DC87E0E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4238CD6-703B-45A9-936E-915F6C515C30}" type="node">
      <dgm:prSet/>
      <dgm:spPr bwMode="auto"/>
      <dgm:t>
        <a:bodyPr/>
        <a:lstStyle/>
        <a:p>
          <a:pPr>
            <a:defRPr/>
          </a:pPr>
          <a:r>
            <a:rPr lang="en-US"/>
            <a:t>Bregrenzte</a:t>
          </a:r>
          <a:r>
            <a:rPr lang="en-US"/>
            <a:t> Weiter-</a:t>
          </a:r>
          <a:endParaRPr/>
        </a:p>
        <a:p>
          <a:pPr>
            <a:defRPr/>
          </a:pPr>
          <a:r>
            <a:rPr lang="en-US"/>
            <a:t>Entwicklungfähigkeit</a:t>
          </a:r>
          <a:endParaRPr lang="en-US"/>
        </a:p>
        <a:p>
          <a:pPr>
            <a:defRPr/>
          </a:pPr>
          <a:r>
            <a:rPr lang="en-US"/>
            <a:t>&amp; </a:t>
          </a:r>
          <a:r>
            <a:rPr lang="en-US"/>
            <a:t>Planbarkeit</a:t>
          </a:r>
          <a:endParaRPr lang="en-US"/>
        </a:p>
      </dgm:t>
    </dgm:pt>
    <dgm:pt modelId="{B5358F89-FCD5-44AA-89EC-5DF96E5F7A9C}" type="parTrans" cxnId="{1DD2E2F1-547A-4088-8823-A3265030186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4009D14-7F3F-47C1-999F-33ED511B87AA}" type="sibTrans" cxnId="{1DD2E2F1-547A-4088-8823-A3265030186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157CCE7-2F77-4E12-8DBA-87CE1B0F4845}" type="node">
      <dgm:prSet/>
      <dgm:spPr bwMode="auto"/>
      <dgm:t>
        <a:bodyPr/>
        <a:lstStyle/>
        <a:p>
          <a:pPr>
            <a:defRPr/>
          </a:pPr>
          <a:r>
            <a:rPr lang="en-US"/>
            <a:t>Eingeschränkte</a:t>
          </a:r>
          <a:r>
            <a:rPr lang="en-US"/>
            <a:t> </a:t>
          </a:r>
          <a:r>
            <a:rPr lang="en-US"/>
            <a:t>Transparenz</a:t>
          </a:r>
          <a:r>
            <a:rPr lang="en-US"/>
            <a:t> &amp; </a:t>
          </a:r>
          <a:r>
            <a:rPr lang="en-US">
              <a:latin typeface="Arial"/>
            </a:rPr>
            <a:t>Reaktionsfähigkeit</a:t>
          </a:r>
          <a:endParaRPr lang="en-US"/>
        </a:p>
      </dgm:t>
    </dgm:pt>
    <dgm:pt modelId="{1AA50474-54A3-4FD1-9F94-B11A5B939D2A}" type="sibTrans" cxnId="{258390D3-0EB2-4E04-8603-28541BC59F6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9357186-4E76-4AC5-B45B-6416A7CB475C}" type="parTrans" cxnId="{258390D3-0EB2-4E04-8603-28541BC59F6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FB9738B-585A-45D9-AB04-431C1D6FCCB4}" type="pres">
      <dgm:prSet presAssocID="{E76292AD-FF1F-41F0-BB2F-3BD505A5502A}" presName="Name0" presStyleCnt="0">
        <dgm:presLayoutVars>
          <dgm:dir val="norm"/>
          <dgm:resizeHandles val="exact"/>
        </dgm:presLayoutVars>
      </dgm:prSet>
      <dgm:spPr bwMode="auto"/>
    </dgm:pt>
    <dgm:pt modelId="{943BD1A7-71D6-4AA2-A54D-ACF39382283E}" type="pres">
      <dgm:prSet presAssocID="{E76292AD-FF1F-41F0-BB2F-3BD505A5502A}" presName="fgShape" presStyleLbl="fgShp" presStyleIdx="0" presStyleCnt="1"/>
      <dgm:spPr bwMode="auto"/>
    </dgm:pt>
    <dgm:pt modelId="{13AA013B-D297-4C3B-938B-3729E225349D}" type="pres">
      <dgm:prSet presAssocID="{E76292AD-FF1F-41F0-BB2F-3BD505A5502A}" presName="linComp" presStyleCnt="0"/>
      <dgm:spPr bwMode="auto"/>
    </dgm:pt>
    <dgm:pt modelId="{5EE888D2-ACE2-4221-AFE0-7E6A1530ED21}" type="pres">
      <dgm:prSet presAssocID="{AC854999-D897-4B38-BADF-EC43A24C8C19}" presName="compNode" presStyleCnt="0"/>
      <dgm:spPr bwMode="auto"/>
    </dgm:pt>
    <dgm:pt modelId="{45DB24E4-AD34-4617-90A9-EA22C776EF58}" type="pres">
      <dgm:prSet presAssocID="{AC854999-D897-4B38-BADF-EC43A24C8C19}" presName="bkgdShape" presStyleLbl="node1" presStyleIdx="0" presStyleCnt="6"/>
      <dgm:spPr bwMode="auto"/>
    </dgm:pt>
    <dgm:pt modelId="{492D55A0-9141-4AF8-A031-F5BFE73C4DAE}" type="pres">
      <dgm:prSet presAssocID="{AC854999-D897-4B38-BADF-EC43A24C8C19}" presName="nodeTx" presStyleLbl="node1" presStyleIdx="0" presStyleCnt="6">
        <dgm:presLayoutVars>
          <dgm:bulletEnabled val="1"/>
        </dgm:presLayoutVars>
      </dgm:prSet>
      <dgm:spPr bwMode="auto"/>
    </dgm:pt>
    <dgm:pt modelId="{2E8447F6-F036-452C-9125-05F2868AC575}" type="pres">
      <dgm:prSet presAssocID="{AC854999-D897-4B38-BADF-EC43A24C8C19}" presName="invisiNode" presStyleLbl="node1" presStyleIdx="0" presStyleCnt="6"/>
      <dgm:spPr bwMode="auto"/>
    </dgm:pt>
    <dgm:pt modelId="{A7C1E465-30C8-4A44-959B-783AE738A3D4}" type="pres">
      <dgm:prSet presAssocID="{AC854999-D897-4B38-BADF-EC43A24C8C19}" presName="imagNode" presStyleLbl="fgImgPlace1" presStyleIdx="0" presStyleCnt="6"/>
      <dgm:spPr bwMode="auto">
        <a:blipFill rotWithShape="1">
          <a:blip r:embed="rId1"/>
          <a:stretch/>
        </a:blipFill>
      </dgm:spPr>
    </dgm:pt>
    <dgm:pt modelId="{A71CA7C2-C7AD-4262-A666-700FA34CAEA8}" type="pres">
      <dgm:prSet presAssocID="{DB7CA7BD-35F1-4559-8356-A7CC9FC5A408}" presName="sibTrans" presStyleLbl="sibTrans2D1" presStyleIdx="0" presStyleCnt="0"/>
      <dgm:spPr bwMode="auto"/>
    </dgm:pt>
    <dgm:pt modelId="{EF5F0E4C-1D4E-4AA1-9DCB-6AE294371CDC}" type="pres">
      <dgm:prSet presAssocID="{08F0C1CD-7FED-4448-A0F4-D6295040A60D}" presName="compNode" presStyleCnt="0"/>
      <dgm:spPr bwMode="auto"/>
    </dgm:pt>
    <dgm:pt modelId="{663E2461-6D80-4D33-A6BB-2E57EC29B1B8}" type="pres">
      <dgm:prSet presAssocID="{08F0C1CD-7FED-4448-A0F4-D6295040A60D}" presName="bkgdShape" presStyleLbl="node1" presStyleIdx="1" presStyleCnt="6"/>
      <dgm:spPr bwMode="auto"/>
    </dgm:pt>
    <dgm:pt modelId="{FB289336-F285-4194-90CD-9437E98B3AD0}" type="pres">
      <dgm:prSet presAssocID="{08F0C1CD-7FED-4448-A0F4-D6295040A60D}" presName="nodeTx" presStyleLbl="node1" presStyleIdx="1" presStyleCnt="6">
        <dgm:presLayoutVars>
          <dgm:bulletEnabled val="1"/>
        </dgm:presLayoutVars>
      </dgm:prSet>
      <dgm:spPr bwMode="auto"/>
    </dgm:pt>
    <dgm:pt modelId="{E2A67D5B-D7A0-47D1-8221-E2ECB34ED820}" type="pres">
      <dgm:prSet presAssocID="{08F0C1CD-7FED-4448-A0F4-D6295040A60D}" presName="invisiNode" presStyleLbl="node1" presStyleIdx="1" presStyleCnt="6"/>
      <dgm:spPr bwMode="auto"/>
    </dgm:pt>
    <dgm:pt modelId="{771F78DE-CE14-4A0E-A701-82FE826BFB6F}" type="pres">
      <dgm:prSet presAssocID="{08F0C1CD-7FED-4448-A0F4-D6295040A60D}" presName="imagNode" presStyleLbl="fgImgPlace1" presStyleIdx="1" presStyleCnt="6"/>
      <dgm:spPr bwMode="auto">
        <a:blipFill rotWithShape="1">
          <a:blip r:embed="rId2"/>
          <a:stretch/>
        </a:blipFill>
      </dgm:spPr>
    </dgm:pt>
    <dgm:pt modelId="{999711D2-4715-4E68-919C-515043A47AB3}" type="pres">
      <dgm:prSet presAssocID="{2EA68F5B-DAD8-4D6B-A2D4-56232A11D1B3}" presName="sibTrans" presStyleLbl="sibTrans2D1" presStyleIdx="0" presStyleCnt="0"/>
      <dgm:spPr bwMode="auto"/>
    </dgm:pt>
    <dgm:pt modelId="{E704C049-50E6-4970-8A21-38C7D11828B6}" type="pres">
      <dgm:prSet presAssocID="{E4C15BF7-82BF-42D0-B228-BA020D60EC06}" presName="compNode" presStyleCnt="0"/>
      <dgm:spPr bwMode="auto"/>
    </dgm:pt>
    <dgm:pt modelId="{7129C12C-3F9E-40DE-8E74-401D95F68EF2}" type="pres">
      <dgm:prSet presAssocID="{E4C15BF7-82BF-42D0-B228-BA020D60EC06}" presName="bkgdShape" presStyleLbl="node1" presStyleIdx="2" presStyleCnt="6"/>
      <dgm:spPr bwMode="auto"/>
    </dgm:pt>
    <dgm:pt modelId="{7CB67955-A37E-47BC-8AAA-26623E837850}" type="pres">
      <dgm:prSet presAssocID="{E4C15BF7-82BF-42D0-B228-BA020D60EC06}" presName="nodeTx" presStyleLbl="node1" presStyleIdx="2" presStyleCnt="6">
        <dgm:presLayoutVars>
          <dgm:bulletEnabled val="1"/>
        </dgm:presLayoutVars>
      </dgm:prSet>
      <dgm:spPr bwMode="auto"/>
    </dgm:pt>
    <dgm:pt modelId="{365569C1-18DC-4B07-AB3D-D72EFBDA5E84}" type="pres">
      <dgm:prSet presAssocID="{E4C15BF7-82BF-42D0-B228-BA020D60EC06}" presName="invisiNode" presStyleLbl="node1" presStyleIdx="2" presStyleCnt="6"/>
      <dgm:spPr bwMode="auto"/>
    </dgm:pt>
    <dgm:pt modelId="{1F7431C4-5CED-4E92-B4B2-4AFE7E5CBCE5}" type="pres">
      <dgm:prSet presAssocID="{E4C15BF7-82BF-42D0-B228-BA020D60EC06}" presName="imagNode" presStyleLbl="fgImgPlace1" presStyleIdx="2" presStyleCnt="6"/>
      <dgm:spPr bwMode="auto">
        <a:blipFill rotWithShape="1">
          <a:blip r:embed="rId3"/>
          <a:stretch/>
        </a:blipFill>
      </dgm:spPr>
    </dgm:pt>
    <dgm:pt modelId="{A6BDE8DC-FDDF-4C6D-99D7-09ACCEF2DBD6}" type="pres">
      <dgm:prSet presAssocID="{D99C0873-0B9B-4A48-BC97-DDE1A8C00BD6}" presName="sibTrans" presStyleLbl="sibTrans2D1" presStyleIdx="0" presStyleCnt="0"/>
      <dgm:spPr bwMode="auto"/>
    </dgm:pt>
    <dgm:pt modelId="{AA12C9E0-E1BD-4574-8915-4572A40A4245}" type="pres">
      <dgm:prSet presAssocID="{6157CCE7-2F77-4E12-8DBA-87CE1B0F4845}" presName="compNode" presStyleCnt="0"/>
      <dgm:spPr bwMode="auto"/>
    </dgm:pt>
    <dgm:pt modelId="{983F09DC-EA17-4672-9577-F6AFE7F8F5F9}" type="pres">
      <dgm:prSet presAssocID="{6157CCE7-2F77-4E12-8DBA-87CE1B0F4845}" presName="bkgdShape" presStyleLbl="node1" presStyleIdx="3" presStyleCnt="6"/>
      <dgm:spPr bwMode="auto"/>
    </dgm:pt>
    <dgm:pt modelId="{8FCF6311-2493-4D6B-9C2B-B9B0CCDC3B23}" type="pres">
      <dgm:prSet presAssocID="{6157CCE7-2F77-4E12-8DBA-87CE1B0F4845}" presName="nodeTx" presStyleLbl="node1" presStyleIdx="3" presStyleCnt="6">
        <dgm:presLayoutVars>
          <dgm:bulletEnabled val="1"/>
        </dgm:presLayoutVars>
      </dgm:prSet>
      <dgm:spPr bwMode="auto"/>
    </dgm:pt>
    <dgm:pt modelId="{051FD1FE-02C0-46F8-9CE6-69F9464899E3}" type="pres">
      <dgm:prSet presAssocID="{6157CCE7-2F77-4E12-8DBA-87CE1B0F4845}" presName="invisiNode" presStyleLbl="node1" presStyleIdx="3" presStyleCnt="6"/>
      <dgm:spPr bwMode="auto"/>
    </dgm:pt>
    <dgm:pt modelId="{5DD34625-C285-4B4D-8DF2-284FB22CEBEA}" type="pres">
      <dgm:prSet presAssocID="{6157CCE7-2F77-4E12-8DBA-87CE1B0F4845}" presName="imagNode" presStyleLbl="fgImgPlace1" presStyleIdx="3" presStyleCnt="6"/>
      <dgm:spPr bwMode="auto">
        <a:blipFill rotWithShape="1">
          <a:blip r:embed="rId4"/>
          <a:stretch/>
        </a:blipFill>
      </dgm:spPr>
    </dgm:pt>
    <dgm:pt modelId="{5CE12B7C-4E3F-4461-A6E9-76DDC5DA820F}" type="pres">
      <dgm:prSet presAssocID="{1AA50474-54A3-4FD1-9F94-B11A5B939D2A}" presName="sibTrans" presStyleLbl="sibTrans2D1" presStyleIdx="0" presStyleCnt="0"/>
      <dgm:spPr bwMode="auto"/>
    </dgm:pt>
    <dgm:pt modelId="{E4F046A1-1F12-43AF-B392-C2E8715806F3}" type="pres">
      <dgm:prSet presAssocID="{C91CEA25-B748-4F41-B8C7-124844DDE067}" presName="compNode" presStyleCnt="0"/>
      <dgm:spPr bwMode="auto"/>
    </dgm:pt>
    <dgm:pt modelId="{518AADF3-D244-41B8-8CA8-FD3960FECD64}" type="pres">
      <dgm:prSet presAssocID="{C91CEA25-B748-4F41-B8C7-124844DDE067}" presName="bkgdShape" presStyleLbl="node1" presStyleIdx="4" presStyleCnt="6"/>
      <dgm:spPr bwMode="auto"/>
    </dgm:pt>
    <dgm:pt modelId="{0F2FE000-3F72-43F8-9F53-4DC1555C59C8}" type="pres">
      <dgm:prSet presAssocID="{C91CEA25-B748-4F41-B8C7-124844DDE067}" presName="nodeTx" presStyleLbl="node1" presStyleIdx="4" presStyleCnt="6">
        <dgm:presLayoutVars>
          <dgm:bulletEnabled val="1"/>
        </dgm:presLayoutVars>
      </dgm:prSet>
      <dgm:spPr bwMode="auto"/>
    </dgm:pt>
    <dgm:pt modelId="{A9718E48-A938-4F81-8481-EE7AA3338BD8}" type="pres">
      <dgm:prSet presAssocID="{C91CEA25-B748-4F41-B8C7-124844DDE067}" presName="invisiNode" presStyleLbl="node1" presStyleIdx="4" presStyleCnt="6"/>
      <dgm:spPr bwMode="auto"/>
    </dgm:pt>
    <dgm:pt modelId="{D2184A5D-17E6-43FF-A5BB-3636EF0C709B}" type="pres">
      <dgm:prSet presAssocID="{C91CEA25-B748-4F41-B8C7-124844DDE067}" presName="imagNode" presStyleLbl="fgImgPlace1" presStyleIdx="4" presStyleCnt="6"/>
      <dgm:spPr bwMode="auto">
        <a:blipFill rotWithShape="1">
          <a:blip r:embed="rId5"/>
          <a:stretch/>
        </a:blipFill>
      </dgm:spPr>
    </dgm:pt>
    <dgm:pt modelId="{128641E7-8E3F-41AD-9828-ACEFAAF7B8B1}" type="pres">
      <dgm:prSet presAssocID="{677A245A-F7C0-4DDC-8DF0-E91CFB62C478}" presName="sibTrans" presStyleLbl="sibTrans2D1" presStyleIdx="0" presStyleCnt="0"/>
      <dgm:spPr bwMode="auto"/>
    </dgm:pt>
    <dgm:pt modelId="{1B99D8CF-97F8-4E7A-A9C0-A626170F0C5D}" type="pres">
      <dgm:prSet presAssocID="{34238CD6-703B-45A9-936E-915F6C515C30}" presName="compNode" presStyleCnt="0"/>
      <dgm:spPr bwMode="auto"/>
    </dgm:pt>
    <dgm:pt modelId="{5F5F67E1-086A-4E80-AAAD-A9783D61B567}" type="pres">
      <dgm:prSet presAssocID="{34238CD6-703B-45A9-936E-915F6C515C30}" presName="bkgdShape" presStyleLbl="node1" presStyleIdx="5" presStyleCnt="6"/>
      <dgm:spPr bwMode="auto"/>
    </dgm:pt>
    <dgm:pt modelId="{B0C61F3F-B8DF-49B6-AC11-1FE65ACA86E6}" type="pres">
      <dgm:prSet presAssocID="{34238CD6-703B-45A9-936E-915F6C515C30}" presName="nodeTx" presStyleLbl="node1" presStyleIdx="5" presStyleCnt="6">
        <dgm:presLayoutVars>
          <dgm:bulletEnabled val="1"/>
        </dgm:presLayoutVars>
      </dgm:prSet>
      <dgm:spPr bwMode="auto"/>
    </dgm:pt>
    <dgm:pt modelId="{56A08BD8-C3B1-45C9-AAA1-7EAFB7A11974}" type="pres">
      <dgm:prSet presAssocID="{34238CD6-703B-45A9-936E-915F6C515C30}" presName="invisiNode" presStyleLbl="node1" presStyleIdx="5" presStyleCnt="6"/>
      <dgm:spPr bwMode="auto"/>
    </dgm:pt>
    <dgm:pt modelId="{32F5D57E-368C-4D29-910A-3064DCB2EA7E}" type="pres">
      <dgm:prSet presAssocID="{34238CD6-703B-45A9-936E-915F6C515C30}" presName="imagNode" presStyleLbl="fgImgPlace1" presStyleIdx="5" presStyleCnt="6"/>
      <dgm:spPr bwMode="auto">
        <a:blipFill rotWithShape="1">
          <a:blip r:embed="rId6"/>
          <a:stretch/>
        </a:blipFill>
      </dgm:spPr>
    </dgm:pt>
  </dgm:ptLst>
  <dgm:cxnLst>
    <dgm:cxn modelId="{39DA4204-CC51-4F91-B3E5-D800E98C7E88}" type="presOf" srcId="{08F0C1CD-7FED-4448-A0F4-D6295040A60D}" destId="{FB289336-F285-4194-90CD-9437E98B3AD0}" srcOrd="1" destOrd="0" presId="urn:microsoft.com/office/officeart/2005/8/layout/hList7"/>
    <dgm:cxn modelId="{1E67B90D-694E-40FB-A1D9-E4575A56B2F0}" type="presOf" srcId="{AC854999-D897-4B38-BADF-EC43A24C8C19}" destId="{45DB24E4-AD34-4617-90A9-EA22C776EF58}" srcOrd="0" destOrd="0" presId="urn:microsoft.com/office/officeart/2005/8/layout/hList7"/>
    <dgm:cxn modelId="{93720F25-6865-4F40-B0B1-DC2026226917}" type="parOf" srcId="{E76292AD-FF1F-41F0-BB2F-3BD505A5502A}" destId="{08F0C1CD-7FED-4448-A0F4-D6295040A60D}" srcOrd="1" destOrd="0" parTransId="{A8C1D3BC-F827-459F-B467-916ABADDD881}" sibTransId="{2EA68F5B-DAD8-4D6B-A2D4-56232A11D1B3}"/>
    <dgm:cxn modelId="{7B7B0038-30EC-4BCC-A41B-30B0A6DBF497}" type="presOf" srcId="{34238CD6-703B-45A9-936E-915F6C515C30}" destId="{5F5F67E1-086A-4E80-AAAD-A9783D61B567}" srcOrd="0" destOrd="0" presId="urn:microsoft.com/office/officeart/2005/8/layout/hList7"/>
    <dgm:cxn modelId="{3A337039-EBAD-46D2-8FAB-72CA18FB3CE7}" type="parOf" srcId="{E76292AD-FF1F-41F0-BB2F-3BD505A5502A}" destId="{AC854999-D897-4B38-BADF-EC43A24C8C19}" srcOrd="0" destOrd="0" parTransId="{324672E3-20A9-4C5C-ACFC-24AD3A60096A}" sibTransId="{DB7CA7BD-35F1-4559-8356-A7CC9FC5A408}"/>
    <dgm:cxn modelId="{66BA9F3A-453F-4904-BFEA-1FDF0B92BAD6}" type="presOf" srcId="{677A245A-F7C0-4DDC-8DF0-E91CFB62C478}" destId="{128641E7-8E3F-41AD-9828-ACEFAAF7B8B1}" srcOrd="0" destOrd="0" presId="urn:microsoft.com/office/officeart/2005/8/layout/hList7"/>
    <dgm:cxn modelId="{5226403D-1C7C-4923-952A-768A67D5588D}" type="presOf" srcId="{2EA68F5B-DAD8-4D6B-A2D4-56232A11D1B3}" destId="{999711D2-4715-4E68-919C-515043A47AB3}" srcOrd="0" destOrd="0" presId="urn:microsoft.com/office/officeart/2005/8/layout/hList7"/>
    <dgm:cxn modelId="{5614E05F-0C6F-4D52-86D2-97E8DC87E0E3}" type="parOf" srcId="{E76292AD-FF1F-41F0-BB2F-3BD505A5502A}" destId="{C91CEA25-B748-4F41-B8C7-124844DDE067}" srcOrd="4" destOrd="0" parTransId="{5FE72B8F-3F83-49F8-88C8-46E8707E6B83}" sibTransId="{677A245A-F7C0-4DDC-8DF0-E91CFB62C478}"/>
    <dgm:cxn modelId="{0F56F05F-86C2-4A21-80E3-FBD5F196E4BD}" type="presOf" srcId="{DB7CA7BD-35F1-4559-8356-A7CC9FC5A408}" destId="{A71CA7C2-C7AD-4262-A666-700FA34CAEA8}" srcOrd="0" destOrd="0" presId="urn:microsoft.com/office/officeart/2005/8/layout/hList7"/>
    <dgm:cxn modelId="{0CFCA560-04E5-43D6-A330-A6BBEFCC3A54}" type="presOf" srcId="{6157CCE7-2F77-4E12-8DBA-87CE1B0F4845}" destId="{8FCF6311-2493-4D6B-9C2B-B9B0CCDC3B23}" srcOrd="1" destOrd="0" presId="urn:microsoft.com/office/officeart/2005/8/layout/hList7"/>
    <dgm:cxn modelId="{4EE5DB65-02D0-4752-A1A3-56AA1DB56428}" type="presOf" srcId="{E76292AD-FF1F-41F0-BB2F-3BD505A5502A}" destId="{2FB9738B-585A-45D9-AB04-431C1D6FCCB4}" srcOrd="0" destOrd="0" presId="urn:microsoft.com/office/officeart/2005/8/layout/hList7"/>
    <dgm:cxn modelId="{5ED6654E-6F2E-4662-A20E-A3E47407FE69}" type="presOf" srcId="{E4C15BF7-82BF-42D0-B228-BA020D60EC06}" destId="{7CB67955-A37E-47BC-8AAA-26623E837850}" srcOrd="1" destOrd="0" presId="urn:microsoft.com/office/officeart/2005/8/layout/hList7"/>
    <dgm:cxn modelId="{44E60473-698A-450B-BD93-D163DCF18FA7}" type="presOf" srcId="{C91CEA25-B748-4F41-B8C7-124844DDE067}" destId="{518AADF3-D244-41B8-8CA8-FD3960FECD64}" srcOrd="0" destOrd="0" presId="urn:microsoft.com/office/officeart/2005/8/layout/hList7"/>
    <dgm:cxn modelId="{11292B9B-3CE8-406E-8723-F0F70146E761}" type="presOf" srcId="{C91CEA25-B748-4F41-B8C7-124844DDE067}" destId="{0F2FE000-3F72-43F8-9F53-4DC1555C59C8}" srcOrd="1" destOrd="0" presId="urn:microsoft.com/office/officeart/2005/8/layout/hList7"/>
    <dgm:cxn modelId="{0EF875A2-F52D-4A12-B52D-5EAFE414543D}" type="presOf" srcId="{08F0C1CD-7FED-4448-A0F4-D6295040A60D}" destId="{663E2461-6D80-4D33-A6BB-2E57EC29B1B8}" srcOrd="0" destOrd="0" presId="urn:microsoft.com/office/officeart/2005/8/layout/hList7"/>
    <dgm:cxn modelId="{003526B8-4B0C-4A05-A76D-0847D6A2AD58}" type="presOf" srcId="{D99C0873-0B9B-4A48-BC97-DDE1A8C00BD6}" destId="{A6BDE8DC-FDDF-4C6D-99D7-09ACCEF2DBD6}" srcOrd="0" destOrd="0" presId="urn:microsoft.com/office/officeart/2005/8/layout/hList7"/>
    <dgm:cxn modelId="{2DCF48CA-77D2-4751-964D-45529CB3700A}" type="presOf" srcId="{34238CD6-703B-45A9-936E-915F6C515C30}" destId="{B0C61F3F-B8DF-49B6-AC11-1FE65ACA86E6}" srcOrd="1" destOrd="0" presId="urn:microsoft.com/office/officeart/2005/8/layout/hList7"/>
    <dgm:cxn modelId="{258390D3-0EB2-4E04-8603-28541BC59F6D}" type="parOf" srcId="{E76292AD-FF1F-41F0-BB2F-3BD505A5502A}" destId="{6157CCE7-2F77-4E12-8DBA-87CE1B0F4845}" srcOrd="3" destOrd="0" parTransId="{69357186-4E76-4AC5-B45B-6416A7CB475C}" sibTransId="{1AA50474-54A3-4FD1-9F94-B11A5B939D2A}"/>
    <dgm:cxn modelId="{C4E38CDC-1266-4AE3-B7B4-C36777C76AC7}" type="presOf" srcId="{1AA50474-54A3-4FD1-9F94-B11A5B939D2A}" destId="{5CE12B7C-4E3F-4461-A6E9-76DDC5DA820F}" srcOrd="0" destOrd="0" presId="urn:microsoft.com/office/officeart/2005/8/layout/hList7"/>
    <dgm:cxn modelId="{380398E9-AA7A-4ADC-BC5D-CB42011A88E1}" type="presOf" srcId="{AC854999-D897-4B38-BADF-EC43A24C8C19}" destId="{492D55A0-9141-4AF8-A031-F5BFE73C4DAE}" srcOrd="1" destOrd="0" presId="urn:microsoft.com/office/officeart/2005/8/layout/hList7"/>
    <dgm:cxn modelId="{1DD2E2F1-547A-4088-8823-A32650301865}" type="parOf" srcId="{E76292AD-FF1F-41F0-BB2F-3BD505A5502A}" destId="{34238CD6-703B-45A9-936E-915F6C515C30}" srcOrd="5" destOrd="0" parTransId="{B5358F89-FCD5-44AA-89EC-5DF96E5F7A9C}" sibTransId="{D4009D14-7F3F-47C1-999F-33ED511B87AA}"/>
    <dgm:cxn modelId="{65E091F7-0E7A-4948-B6FC-DDF173AC8BE8}" type="parOf" srcId="{E76292AD-FF1F-41F0-BB2F-3BD505A5502A}" destId="{E4C15BF7-82BF-42D0-B228-BA020D60EC06}" srcOrd="2" destOrd="0" parTransId="{47B8345C-A102-492C-B368-BBCB11F4AD05}" sibTransId="{D99C0873-0B9B-4A48-BC97-DDE1A8C00BD6}"/>
    <dgm:cxn modelId="{9F8D4AFC-9F18-4D4B-9F5A-C04C01C4EF36}" type="presOf" srcId="{6157CCE7-2F77-4E12-8DBA-87CE1B0F4845}" destId="{983F09DC-EA17-4672-9577-F6AFE7F8F5F9}" srcOrd="0" destOrd="0" presId="urn:microsoft.com/office/officeart/2005/8/layout/hList7"/>
    <dgm:cxn modelId="{9AD370FE-5CF2-4C75-8E5D-A5E35F682BCA}" type="presOf" srcId="{E4C15BF7-82BF-42D0-B228-BA020D60EC06}" destId="{7129C12C-3F9E-40DE-8E74-401D95F68EF2}" srcOrd="0" destOrd="0" presId="urn:microsoft.com/office/officeart/2005/8/layout/hList7"/>
    <dgm:cxn modelId="{55FA63A5-08C8-4051-9EDC-6002BE7DF0AD}" type="presParOf" srcId="{2FB9738B-585A-45D9-AB04-431C1D6FCCB4}" destId="{943BD1A7-71D6-4AA2-A54D-ACF39382283E}" srcOrd="0" destOrd="0" presId="urn:microsoft.com/office/officeart/2005/8/layout/hList7"/>
    <dgm:cxn modelId="{A618D159-FACA-42C4-902A-6774113E161F}" type="presParOf" srcId="{2FB9738B-585A-45D9-AB04-431C1D6FCCB4}" destId="{13AA013B-D297-4C3B-938B-3729E225349D}" srcOrd="1" destOrd="0" presId="urn:microsoft.com/office/officeart/2005/8/layout/hList7"/>
    <dgm:cxn modelId="{FC93588D-1DA1-4424-9B00-2F91D082F099}" type="presParOf" srcId="{13AA013B-D297-4C3B-938B-3729E225349D}" destId="{5EE888D2-ACE2-4221-AFE0-7E6A1530ED21}" srcOrd="0" destOrd="0" presId="urn:microsoft.com/office/officeart/2005/8/layout/hList7"/>
    <dgm:cxn modelId="{E12131AD-E537-4840-9A99-D563E7C0B53F}" type="presParOf" srcId="{5EE888D2-ACE2-4221-AFE0-7E6A1530ED21}" destId="{45DB24E4-AD34-4617-90A9-EA22C776EF58}" srcOrd="0" destOrd="0" presId="urn:microsoft.com/office/officeart/2005/8/layout/hList7"/>
    <dgm:cxn modelId="{4B64574D-122B-4BAA-A737-8B5B2051D9F3}" type="presParOf" srcId="{5EE888D2-ACE2-4221-AFE0-7E6A1530ED21}" destId="{492D55A0-9141-4AF8-A031-F5BFE73C4DAE}" srcOrd="1" destOrd="0" presId="urn:microsoft.com/office/officeart/2005/8/layout/hList7"/>
    <dgm:cxn modelId="{C53F6591-8F90-4068-A63B-E3A929743575}" type="presParOf" srcId="{5EE888D2-ACE2-4221-AFE0-7E6A1530ED21}" destId="{2E8447F6-F036-452C-9125-05F2868AC575}" srcOrd="2" destOrd="0" presId="urn:microsoft.com/office/officeart/2005/8/layout/hList7"/>
    <dgm:cxn modelId="{3A5CAD93-9E1B-4D9C-8EDA-698BB1E78754}" type="presParOf" srcId="{5EE888D2-ACE2-4221-AFE0-7E6A1530ED21}" destId="{A7C1E465-30C8-4A44-959B-783AE738A3D4}" srcOrd="3" destOrd="0" presId="urn:microsoft.com/office/officeart/2005/8/layout/hList7"/>
    <dgm:cxn modelId="{ECF9CDAE-5D2E-4AD6-8501-4B66FF70D8DC}" type="presParOf" srcId="{13AA013B-D297-4C3B-938B-3729E225349D}" destId="{A71CA7C2-C7AD-4262-A666-700FA34CAEA8}" srcOrd="1" destOrd="0" presId="urn:microsoft.com/office/officeart/2005/8/layout/hList7"/>
    <dgm:cxn modelId="{FC369CA6-8A4C-42AD-A55C-B05308230494}" type="presParOf" srcId="{13AA013B-D297-4C3B-938B-3729E225349D}" destId="{EF5F0E4C-1D4E-4AA1-9DCB-6AE294371CDC}" srcOrd="2" destOrd="0" presId="urn:microsoft.com/office/officeart/2005/8/layout/hList7"/>
    <dgm:cxn modelId="{96D3775E-D425-4F2F-B628-0CE3E249FEA6}" type="presParOf" srcId="{EF5F0E4C-1D4E-4AA1-9DCB-6AE294371CDC}" destId="{663E2461-6D80-4D33-A6BB-2E57EC29B1B8}" srcOrd="0" destOrd="0" presId="urn:microsoft.com/office/officeart/2005/8/layout/hList7"/>
    <dgm:cxn modelId="{87295C47-1BBA-4961-9E08-2866663351F9}" type="presParOf" srcId="{EF5F0E4C-1D4E-4AA1-9DCB-6AE294371CDC}" destId="{FB289336-F285-4194-90CD-9437E98B3AD0}" srcOrd="1" destOrd="0" presId="urn:microsoft.com/office/officeart/2005/8/layout/hList7"/>
    <dgm:cxn modelId="{AC2DEAD4-3035-4D7C-982F-56BBDEA4743B}" type="presParOf" srcId="{EF5F0E4C-1D4E-4AA1-9DCB-6AE294371CDC}" destId="{E2A67D5B-D7A0-47D1-8221-E2ECB34ED820}" srcOrd="2" destOrd="0" presId="urn:microsoft.com/office/officeart/2005/8/layout/hList7"/>
    <dgm:cxn modelId="{A23B3F33-8D01-4848-9FBA-790854E82618}" type="presParOf" srcId="{EF5F0E4C-1D4E-4AA1-9DCB-6AE294371CDC}" destId="{771F78DE-CE14-4A0E-A701-82FE826BFB6F}" srcOrd="3" destOrd="0" presId="urn:microsoft.com/office/officeart/2005/8/layout/hList7"/>
    <dgm:cxn modelId="{20FA4FCE-1B06-4AEA-95BA-6BC87EAA3EFD}" type="presParOf" srcId="{13AA013B-D297-4C3B-938B-3729E225349D}" destId="{999711D2-4715-4E68-919C-515043A47AB3}" srcOrd="3" destOrd="0" presId="urn:microsoft.com/office/officeart/2005/8/layout/hList7"/>
    <dgm:cxn modelId="{CA73CF39-DFBE-48ED-B56A-44F9280C8E8C}" type="presParOf" srcId="{13AA013B-D297-4C3B-938B-3729E225349D}" destId="{E704C049-50E6-4970-8A21-38C7D11828B6}" srcOrd="4" destOrd="0" presId="urn:microsoft.com/office/officeart/2005/8/layout/hList7"/>
    <dgm:cxn modelId="{01FA7D64-65DC-4ACD-A0E7-A3F51642BEC3}" type="presParOf" srcId="{E704C049-50E6-4970-8A21-38C7D11828B6}" destId="{7129C12C-3F9E-40DE-8E74-401D95F68EF2}" srcOrd="0" destOrd="0" presId="urn:microsoft.com/office/officeart/2005/8/layout/hList7"/>
    <dgm:cxn modelId="{732C0FF5-1BE6-408D-807A-2C705DAF01FB}" type="presParOf" srcId="{E704C049-50E6-4970-8A21-38C7D11828B6}" destId="{7CB67955-A37E-47BC-8AAA-26623E837850}" srcOrd="1" destOrd="0" presId="urn:microsoft.com/office/officeart/2005/8/layout/hList7"/>
    <dgm:cxn modelId="{250A1C0C-8199-4711-99C0-F8F0E98E0917}" type="presParOf" srcId="{E704C049-50E6-4970-8A21-38C7D11828B6}" destId="{365569C1-18DC-4B07-AB3D-D72EFBDA5E84}" srcOrd="2" destOrd="0" presId="urn:microsoft.com/office/officeart/2005/8/layout/hList7"/>
    <dgm:cxn modelId="{79D186EB-A24A-4E4F-8A64-36CD350CCEAB}" type="presParOf" srcId="{E704C049-50E6-4970-8A21-38C7D11828B6}" destId="{1F7431C4-5CED-4E92-B4B2-4AFE7E5CBCE5}" srcOrd="3" destOrd="0" presId="urn:microsoft.com/office/officeart/2005/8/layout/hList7"/>
    <dgm:cxn modelId="{4117BF98-3138-4953-8294-833E70A1113D}" type="presParOf" srcId="{13AA013B-D297-4C3B-938B-3729E225349D}" destId="{A6BDE8DC-FDDF-4C6D-99D7-09ACCEF2DBD6}" srcOrd="5" destOrd="0" presId="urn:microsoft.com/office/officeart/2005/8/layout/hList7"/>
    <dgm:cxn modelId="{B4D5D351-CE96-4E1F-A4C5-823EE19134B8}" type="presParOf" srcId="{13AA013B-D297-4C3B-938B-3729E225349D}" destId="{AA12C9E0-E1BD-4574-8915-4572A40A4245}" srcOrd="6" destOrd="0" presId="urn:microsoft.com/office/officeart/2005/8/layout/hList7"/>
    <dgm:cxn modelId="{A14373EA-C443-46D1-B3BC-4067659BD415}" type="presParOf" srcId="{AA12C9E0-E1BD-4574-8915-4572A40A4245}" destId="{983F09DC-EA17-4672-9577-F6AFE7F8F5F9}" srcOrd="0" destOrd="0" presId="urn:microsoft.com/office/officeart/2005/8/layout/hList7"/>
    <dgm:cxn modelId="{0AB58FAB-F1C6-44E9-83D0-AD1C03B3848C}" type="presParOf" srcId="{AA12C9E0-E1BD-4574-8915-4572A40A4245}" destId="{8FCF6311-2493-4D6B-9C2B-B9B0CCDC3B23}" srcOrd="1" destOrd="0" presId="urn:microsoft.com/office/officeart/2005/8/layout/hList7"/>
    <dgm:cxn modelId="{E9491917-5961-41AF-822F-35989825362E}" type="presParOf" srcId="{AA12C9E0-E1BD-4574-8915-4572A40A4245}" destId="{051FD1FE-02C0-46F8-9CE6-69F9464899E3}" srcOrd="2" destOrd="0" presId="urn:microsoft.com/office/officeart/2005/8/layout/hList7"/>
    <dgm:cxn modelId="{95D97F86-C3DF-47B3-9A73-008F58A276C6}" type="presParOf" srcId="{AA12C9E0-E1BD-4574-8915-4572A40A4245}" destId="{5DD34625-C285-4B4D-8DF2-284FB22CEBEA}" srcOrd="3" destOrd="0" presId="urn:microsoft.com/office/officeart/2005/8/layout/hList7"/>
    <dgm:cxn modelId="{FF8E458C-2262-4A00-8390-912C81BDD2F6}" type="presParOf" srcId="{13AA013B-D297-4C3B-938B-3729E225349D}" destId="{5CE12B7C-4E3F-4461-A6E9-76DDC5DA820F}" srcOrd="7" destOrd="0" presId="urn:microsoft.com/office/officeart/2005/8/layout/hList7"/>
    <dgm:cxn modelId="{E07908F0-932B-411F-8F13-4C02B8F7FAF2}" type="presParOf" srcId="{13AA013B-D297-4C3B-938B-3729E225349D}" destId="{E4F046A1-1F12-43AF-B392-C2E8715806F3}" srcOrd="8" destOrd="0" presId="urn:microsoft.com/office/officeart/2005/8/layout/hList7"/>
    <dgm:cxn modelId="{85C85E30-2679-4516-966E-4402BBE8C566}" type="presParOf" srcId="{E4F046A1-1F12-43AF-B392-C2E8715806F3}" destId="{518AADF3-D244-41B8-8CA8-FD3960FECD64}" srcOrd="0" destOrd="0" presId="urn:microsoft.com/office/officeart/2005/8/layout/hList7"/>
    <dgm:cxn modelId="{FE13B4CF-6380-40C6-941F-8067D3D17C0E}" type="presParOf" srcId="{E4F046A1-1F12-43AF-B392-C2E8715806F3}" destId="{0F2FE000-3F72-43F8-9F53-4DC1555C59C8}" srcOrd="1" destOrd="0" presId="urn:microsoft.com/office/officeart/2005/8/layout/hList7"/>
    <dgm:cxn modelId="{02A522CA-7D8A-4287-ACB1-B0BB4101CE9A}" type="presParOf" srcId="{E4F046A1-1F12-43AF-B392-C2E8715806F3}" destId="{A9718E48-A938-4F81-8481-EE7AA3338BD8}" srcOrd="2" destOrd="0" presId="urn:microsoft.com/office/officeart/2005/8/layout/hList7"/>
    <dgm:cxn modelId="{247D4DFE-E841-4CA1-8EE1-377728AEF103}" type="presParOf" srcId="{E4F046A1-1F12-43AF-B392-C2E8715806F3}" destId="{D2184A5D-17E6-43FF-A5BB-3636EF0C709B}" srcOrd="3" destOrd="0" presId="urn:microsoft.com/office/officeart/2005/8/layout/hList7"/>
    <dgm:cxn modelId="{9D395188-2BAC-4B7F-AB59-7EC198B1B0BB}" type="presParOf" srcId="{13AA013B-D297-4C3B-938B-3729E225349D}" destId="{128641E7-8E3F-41AD-9828-ACEFAAF7B8B1}" srcOrd="9" destOrd="0" presId="urn:microsoft.com/office/officeart/2005/8/layout/hList7"/>
    <dgm:cxn modelId="{0EAF36EE-E6D2-410F-8EB8-78D8BA46921D}" type="presParOf" srcId="{13AA013B-D297-4C3B-938B-3729E225349D}" destId="{1B99D8CF-97F8-4E7A-A9C0-A626170F0C5D}" srcOrd="10" destOrd="0" presId="urn:microsoft.com/office/officeart/2005/8/layout/hList7"/>
    <dgm:cxn modelId="{6091CB8A-9E1B-4445-930A-3B7C63B393A9}" type="presParOf" srcId="{1B99D8CF-97F8-4E7A-A9C0-A626170F0C5D}" destId="{5F5F67E1-086A-4E80-AAAD-A9783D61B567}" srcOrd="0" destOrd="0" presId="urn:microsoft.com/office/officeart/2005/8/layout/hList7"/>
    <dgm:cxn modelId="{7DA4F5F8-9CBE-4A9D-B6EF-C7A29136399E}" type="presParOf" srcId="{1B99D8CF-97F8-4E7A-A9C0-A626170F0C5D}" destId="{B0C61F3F-B8DF-49B6-AC11-1FE65ACA86E6}" srcOrd="1" destOrd="0" presId="urn:microsoft.com/office/officeart/2005/8/layout/hList7"/>
    <dgm:cxn modelId="{7A205639-03AC-4501-8C4F-0F42DAE7428B}" type="presParOf" srcId="{1B99D8CF-97F8-4E7A-A9C0-A626170F0C5D}" destId="{56A08BD8-C3B1-45C9-AAA1-7EAFB7A11974}" srcOrd="2" destOrd="0" presId="urn:microsoft.com/office/officeart/2005/8/layout/hList7"/>
    <dgm:cxn modelId="{B1EF704D-CE71-426E-B7EF-C1E614779924}" type="presParOf" srcId="{1B99D8CF-97F8-4E7A-A9C0-A626170F0C5D}" destId="{32F5D57E-368C-4D29-910A-3064DCB2EA7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324D3C44-E8A1-4DFE-AB4E-28C05CBDF276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8DEDD22D-B0A4-4951-A9BF-E455B27B29F6}" type="node">
      <dgm:prSet phldr="0" phldrT="[Text]"/>
      <dgm:spPr bwMode="auto"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300" b="0">
              <a:solidFill>
                <a:srgbClr val="FFFFFF"/>
              </a:solidFill>
              <a:ea typeface="+mn-ea"/>
              <a:cs typeface="+mn-cs"/>
            </a:rPr>
            <a:t>Anforderungs</a:t>
          </a:r>
          <a:r>
            <a:rPr lang="en-US" sz="1300" b="0">
              <a:solidFill>
                <a:srgbClr val="FFFFFF"/>
              </a:solidFill>
              <a:ea typeface="+mn-ea"/>
              <a:cs typeface="+mn-cs"/>
            </a:rPr>
            <a:t>-Workshop</a:t>
          </a:r>
          <a:endParaRPr lang="en-US" sz="1300">
            <a:solidFill>
              <a:srgbClr val="FFFFFF"/>
            </a:solidFill>
            <a:ea typeface="+mn-ea"/>
            <a:cs typeface="+mn-cs"/>
          </a:endParaRPr>
        </a:p>
      </dgm:t>
    </dgm:pt>
    <dgm:pt modelId="{77571661-3C77-41CF-AEA3-45652768A71A}" type="parTrans" cxnId="{2914187A-BA11-49E7-88D7-3F75131DCE7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DA813AC-F165-4CBE-BE31-E19475213322}" type="sibTrans" cxnId="{2914187A-BA11-49E7-88D7-3F75131DCE7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A5D6B7D-ED88-4BDF-B0DB-D512741B5FEC}" type="node">
      <dgm:prSet phldr="0" phldrT="[Text]"/>
      <dgm:spPr bwMode="auto"/>
      <dgm:t>
        <a:bodyPr/>
        <a:lstStyle/>
        <a:p>
          <a:pPr algn="l">
            <a:lnSpc>
              <a:spcPct val="90000"/>
            </a:lnSpc>
            <a:defRPr/>
          </a:pPr>
          <a:r>
            <a:rPr lang="en-US" sz="1000">
              <a:solidFill>
                <a:srgbClr val="FFFFFF"/>
              </a:solidFill>
              <a:latin typeface="Arial"/>
              <a:ea typeface="+mn-ea"/>
              <a:cs typeface="+mn-cs"/>
            </a:rPr>
            <a:t>01.03.25</a:t>
          </a:r>
          <a:endParaRPr lang="en-US" sz="1000">
            <a:solidFill>
              <a:srgbClr val="FFFFFF"/>
            </a:solidFill>
            <a:ea typeface="+mn-ea"/>
            <a:cs typeface="+mn-cs"/>
          </a:endParaRPr>
        </a:p>
      </dgm:t>
    </dgm:pt>
    <dgm:pt modelId="{83CB19D5-003A-4945-A9ED-2A477CE104E6}" type="parTrans" cxnId="{701871D6-6CB9-4662-8289-3FB38928A12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8E762CD-53B1-478F-8035-345D48E794F2}" type="sibTrans" cxnId="{701871D6-6CB9-4662-8289-3FB38928A12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E30ACA2-2028-4393-A25F-51FF102A0D0B}" type="node">
      <dgm:prSet phldr="0" phldrT="[Text]"/>
      <dgm:spPr bwMode="auto"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300" b="0">
              <a:solidFill>
                <a:srgbClr val="FFFFFF"/>
              </a:solidFill>
              <a:ea typeface="+mn-ea"/>
              <a:cs typeface="+mn-cs"/>
            </a:rPr>
            <a:t>Infrastrukturauswahl</a:t>
          </a:r>
          <a:endParaRPr lang="en-US" sz="1300">
            <a:solidFill>
              <a:srgbClr val="FFFFFF"/>
            </a:solidFill>
            <a:ea typeface="+mn-ea"/>
            <a:cs typeface="+mn-cs"/>
          </a:endParaRPr>
        </a:p>
      </dgm:t>
    </dgm:pt>
    <dgm:pt modelId="{2B0B7497-F72B-43BB-8483-A5020C943EE4}" type="parTrans" cxnId="{5D27E10C-1BB5-4089-9246-13DE2458C39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E3F9A28-F8D0-4690-83CB-AB793CE3C7F1}" type="sibTrans" cxnId="{5D27E10C-1BB5-4089-9246-13DE2458C39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6A7A668-7B2D-4199-B368-9AB3D05909D8}" type="node">
      <dgm:prSet phldr="0" phldrT="[Text]"/>
      <dgm:spPr bwMode="auto"/>
      <dgm:t>
        <a:bodyPr/>
        <a:lstStyle/>
        <a:p>
          <a:pPr algn="l">
            <a:lnSpc>
              <a:spcPct val="90000"/>
            </a:lnSpc>
            <a:defRPr/>
          </a:pPr>
          <a:r>
            <a:rPr lang="en-US" sz="1000">
              <a:solidFill>
                <a:srgbClr val="FFFFFF"/>
              </a:solidFill>
              <a:latin typeface="Calibri"/>
              <a:ea typeface="Calibri"/>
              <a:cs typeface="Calibri"/>
            </a:rPr>
            <a:t>01.04.25</a:t>
          </a:r>
          <a:endParaRPr lang="en-US" sz="1000">
            <a:solidFill>
              <a:srgbClr val="FFFFFF"/>
            </a:solidFill>
            <a:ea typeface="+mn-ea"/>
            <a:cs typeface="+mn-cs"/>
          </a:endParaRPr>
        </a:p>
      </dgm:t>
    </dgm:pt>
    <dgm:pt modelId="{CFACDE6B-0DB7-4897-A0E5-7330A6A30E8B}" type="parTrans" cxnId="{7E3BF3F1-F2F1-4D3C-B003-407D8493895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A6D36AE-8BC7-4302-9B67-674876A362F1}" type="sibTrans" cxnId="{7E3BF3F1-F2F1-4D3C-B003-407D8493895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09EBE4E-AA87-4CC7-BFD0-1CB8CF7ACAEA}" type="node">
      <dgm:prSet phldr="0" phldrT="[Text]"/>
      <dgm:spPr bwMode="auto"/>
      <dgm:t>
        <a:bodyPr/>
        <a:lstStyle/>
        <a:p>
          <a:pPr algn="l" rtl="0">
            <a:lnSpc>
              <a:spcPct val="90000"/>
            </a:lnSpc>
            <a:defRPr b="1"/>
          </a:pPr>
          <a:r>
            <a:rPr lang="en-US" sz="1300" b="0">
              <a:solidFill>
                <a:srgbClr val="FFFFFF"/>
              </a:solidFill>
              <a:latin typeface="Arial"/>
              <a:ea typeface="+mn-ea"/>
              <a:cs typeface="+mn-cs"/>
            </a:rPr>
            <a:t>Initiale</a:t>
          </a:r>
          <a:r>
            <a:rPr lang="en-US" sz="1300" b="0">
              <a:solidFill>
                <a:srgbClr val="FFFFFF"/>
              </a:solidFill>
              <a:latin typeface="Arial"/>
              <a:ea typeface="+mn-ea"/>
              <a:cs typeface="+mn-cs"/>
            </a:rPr>
            <a:t> Roadmap</a:t>
          </a:r>
          <a:endParaRPr lang="en-US" sz="1300">
            <a:solidFill>
              <a:srgbClr val="FFFFFF"/>
            </a:solidFill>
            <a:ea typeface="+mn-ea"/>
            <a:cs typeface="+mn-cs"/>
          </a:endParaRPr>
        </a:p>
      </dgm:t>
    </dgm:pt>
    <dgm:pt modelId="{48BED5C1-9547-4AB6-BDCF-AD3D87126B19}" type="parTrans" cxnId="{D0069407-58B1-4A4C-BD81-2F5C279D091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31ED931-6C3F-4FDE-BB14-C72FF48F81E5}" type="sibTrans" cxnId="{D0069407-58B1-4A4C-BD81-2F5C279D091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4687495-B720-4A53-A8D1-046ED9661FF7}" type="node">
      <dgm:prSet phldr="0" phldrT="[Text]"/>
      <dgm:spPr bwMode="auto"/>
      <dgm:t>
        <a:bodyPr/>
        <a:lstStyle/>
        <a:p>
          <a:pPr algn="l">
            <a:lnSpc>
              <a:spcPct val="90000"/>
            </a:lnSpc>
            <a:defRPr/>
          </a:pPr>
          <a:r>
            <a:rPr lang="en-US" sz="1000">
              <a:solidFill>
                <a:srgbClr val="FFFFFF"/>
              </a:solidFill>
              <a:latin typeface="Calibri"/>
              <a:ea typeface="Calibri"/>
              <a:cs typeface="Calibri"/>
            </a:rPr>
            <a:t>06.04.25</a:t>
          </a:r>
          <a:endParaRPr lang="en-US" sz="1000">
            <a:solidFill>
              <a:srgbClr val="FFFFFF"/>
            </a:solidFill>
            <a:ea typeface="+mn-ea"/>
            <a:cs typeface="+mn-cs"/>
          </a:endParaRPr>
        </a:p>
      </dgm:t>
    </dgm:pt>
    <dgm:pt modelId="{EF1CF2F2-5958-4147-BF24-A45AAC554053}" type="parTrans" cxnId="{F3A9B1BD-188C-45B5-9E8B-0E01D3DD428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C72F8D2-D518-4504-9324-0363AB518311}" type="sibTrans" cxnId="{F3A9B1BD-188C-45B5-9E8B-0E01D3DD428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4DBEAEE-504E-4EF7-979B-DBE1354A131D}" type="node">
      <dgm:prSet phldr="0"/>
      <dgm:spPr bwMode="auto"/>
      <dgm:t>
        <a:bodyPr/>
        <a:lstStyle/>
        <a:p>
          <a:pPr algn="l" rtl="0">
            <a:lnSpc>
              <a:spcPct val="90000"/>
            </a:lnSpc>
            <a:defRPr b="1"/>
          </a:pPr>
          <a:r>
            <a:rPr lang="en-US" sz="1300" b="0">
              <a:solidFill>
                <a:srgbClr val="FFFFFF"/>
              </a:solidFill>
              <a:latin typeface="Calibri"/>
              <a:ea typeface="Calibri"/>
              <a:cs typeface="Calibri"/>
            </a:rPr>
            <a:t>Finale Roadmap</a:t>
          </a:r>
          <a:endParaRPr lang="en-US" sz="1300">
            <a:solidFill>
              <a:srgbClr val="FFFFFF"/>
            </a:solidFill>
            <a:latin typeface="Calibri"/>
            <a:ea typeface="Calibri"/>
            <a:cs typeface="Calibri"/>
          </a:endParaRPr>
        </a:p>
      </dgm:t>
    </dgm:pt>
    <dgm:pt modelId="{B2968EAD-9FF0-40E5-A62B-700890A7A424}" type="parTrans" cxnId="{B7993E39-E314-4449-BDE9-A8ECEC45F81E}">
      <dgm:prSet/>
      <dgm:spPr bwMode="auto"/>
    </dgm:pt>
    <dgm:pt modelId="{31E4C612-2262-44E4-B393-7A3AB7663225}" type="sibTrans" cxnId="{B7993E39-E314-4449-BDE9-A8ECEC45F81E}">
      <dgm:prSet/>
      <dgm:spPr bwMode="auto"/>
    </dgm:pt>
    <dgm:pt modelId="{EC0DF0BC-2238-46A4-BA2F-F983C3E442A0}" type="node">
      <dgm:prSet phldr="0"/>
      <dgm:spPr bwMode="auto"/>
      <dgm:t>
        <a:bodyPr/>
        <a:lstStyle/>
        <a:p>
          <a:pPr algn="l">
            <a:lnSpc>
              <a:spcPct val="90000"/>
            </a:lnSpc>
            <a:defRPr/>
          </a:pPr>
          <a:endParaRPr lang="en-US" sz="1000" b="0">
            <a:solidFill>
              <a:srgbClr val="FFFFFF"/>
            </a:solidFill>
            <a:latin typeface="Calibri"/>
            <a:ea typeface="Calibri"/>
            <a:cs typeface="Calibri"/>
          </a:endParaRPr>
        </a:p>
      </dgm:t>
    </dgm:pt>
    <dgm:pt modelId="{F89ECAEB-8B2A-49C7-87FD-58B1E583F912}" type="parTrans" cxnId="{FC1A45A1-534B-4316-AA9F-ABDAFC062C47}">
      <dgm:prSet/>
      <dgm:spPr bwMode="auto"/>
    </dgm:pt>
    <dgm:pt modelId="{1FCA9F28-F8F9-4468-80B1-F78B6504B8FF}" type="sibTrans" cxnId="{FC1A45A1-534B-4316-AA9F-ABDAFC062C47}">
      <dgm:prSet/>
      <dgm:spPr bwMode="auto"/>
    </dgm:pt>
    <dgm:pt modelId="{31BFDDDB-AAF6-42D6-A1D4-1A58E6A8AF00}" type="node">
      <dgm:prSet phldr="0"/>
      <dgm:spPr bwMode="auto"/>
      <dgm:t>
        <a:bodyPr/>
        <a:lstStyle/>
        <a:p>
          <a:pPr algn="l" rtl="0">
            <a:lnSpc>
              <a:spcPct val="90000"/>
            </a:lnSpc>
            <a:defRPr/>
          </a:pPr>
          <a:r>
            <a:rPr lang="en-US" sz="1000" b="0">
              <a:solidFill>
                <a:srgbClr val="FFFFFF"/>
              </a:solidFill>
              <a:latin typeface="Calibri"/>
              <a:ea typeface="Calibri"/>
              <a:cs typeface="Calibri"/>
            </a:rPr>
            <a:t>10.04.25</a:t>
          </a:r>
          <a:endParaRPr/>
        </a:p>
      </dgm:t>
    </dgm:pt>
    <dgm:pt modelId="{BE7F806E-ECCB-4BE8-9BAC-22C69B1C6AA4}" type="parTrans" cxnId="{858E2E50-F5D8-44EE-834A-FC6C642D88A4}">
      <dgm:prSet/>
      <dgm:spPr bwMode="auto"/>
    </dgm:pt>
    <dgm:pt modelId="{7A727BED-E429-47E6-8D0C-48A0A78F25CE}" type="sibTrans" cxnId="{858E2E50-F5D8-44EE-834A-FC6C642D88A4}">
      <dgm:prSet/>
      <dgm:spPr bwMode="auto"/>
    </dgm:pt>
    <dgm:pt modelId="{27CACEE4-9231-4D36-BFBE-840E3925E6E8}" type="pres">
      <dgm:prSet presAssocID="{324D3C44-E8A1-4DFE-AB4E-28C05CBDF276}" presName="root" presStyleCnt="0">
        <dgm:presLayoutVars>
          <dgm:chMax val="0"/>
          <dgm:chPref val="0"/>
          <dgm:animLvl val="lvl"/>
        </dgm:presLayoutVars>
      </dgm:prSet>
      <dgm:spPr bwMode="auto"/>
    </dgm:pt>
    <dgm:pt modelId="{AB4D83C0-776B-4A4D-9F61-0C13C490E0C2}" type="pres">
      <dgm:prSet presAssocID="{324D3C44-E8A1-4DFE-AB4E-28C05CBDF276}" presName="divider" presStyleLbl="fgAcc1" presStyleIdx="0" presStyleCnt="5"/>
      <dgm:spPr bwMode="auto"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5EDE3DF9-F1B5-4579-B6DD-4F95D6684427}" type="pres">
      <dgm:prSet presAssocID="{324D3C44-E8A1-4DFE-AB4E-28C05CBDF276}" presName="nodes" presStyleCnt="0">
        <dgm:presLayoutVars>
          <dgm:chMax val="0"/>
          <dgm:chPref val="0"/>
          <dgm:animLvl val="lvl"/>
        </dgm:presLayoutVars>
      </dgm:prSet>
      <dgm:spPr bwMode="auto"/>
    </dgm:pt>
    <dgm:pt modelId="{22C5B130-1E03-464A-9CD3-B0D59A640FEF}" type="pres">
      <dgm:prSet presAssocID="{8DEDD22D-B0A4-4951-A9BF-E455B27B29F6}" presName="composite" presStyleCnt="0"/>
      <dgm:spPr bwMode="auto"/>
    </dgm:pt>
    <dgm:pt modelId="{ABD5F72B-95E3-46EF-83AC-111AA2556A9F}" type="pres">
      <dgm:prSet presAssocID="{8DEDD22D-B0A4-4951-A9BF-E455B27B29F6}" presName="ConnectorPoint" presStyleLbl="lnNode1" presStyleIdx="0" presStyleCnt="4"/>
      <dgm:spPr bwMode="auto"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0FCAAF5C-CB0E-4BEC-856D-7B6F2AE16CBD}" type="pres">
      <dgm:prSet presAssocID="{8DEDD22D-B0A4-4951-A9BF-E455B27B29F6}" presName="DropPinPlaceHolder" presStyleCnt="0"/>
      <dgm:spPr bwMode="auto"/>
    </dgm:pt>
    <dgm:pt modelId="{862DBCB3-7DF9-4F93-8BB5-F6DCED937573}" type="pres">
      <dgm:prSet presAssocID="{8DEDD22D-B0A4-4951-A9BF-E455B27B29F6}" presName="DropPin" presStyleLbl="alignNode1" presStyleIdx="0" presStyleCnt="4"/>
      <dgm:spPr bwMode="auto"/>
    </dgm:pt>
    <dgm:pt modelId="{0BBA42FF-5233-4FFE-A5E6-5396F8C6FD8A}" type="pres">
      <dgm:prSet presAssocID="{8DEDD22D-B0A4-4951-A9BF-E455B27B29F6}" presName="Ellipse" presStyleLbl="fgAcc1" presStyleIdx="1" presStyleCnt="5"/>
      <dgm:spPr bwMode="auto"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5875" cap="flat" cmpd="sng" algn="ctr">
          <a:noFill/>
          <a:prstDash val="solid"/>
        </a:ln>
        <a:effectLst/>
      </dgm:spPr>
    </dgm:pt>
    <dgm:pt modelId="{1A41D370-CACE-4754-9011-E6BEF2A12BD7}" type="pres">
      <dgm:prSet presAssocID="{8DEDD22D-B0A4-4951-A9BF-E455B27B29F6}" presName="L2TextContainer" presStyleLbl="revTx" presStyleIdx="0" presStyleCnt="8">
        <dgm:presLayoutVars>
          <dgm:bulletEnabled val="1"/>
        </dgm:presLayoutVars>
      </dgm:prSet>
      <dgm:spPr bwMode="auto"/>
    </dgm:pt>
    <dgm:pt modelId="{6872DAF3-1CE1-4060-BFB1-61ED43DCE3CB}" type="pres">
      <dgm:prSet presAssocID="{8DEDD22D-B0A4-4951-A9BF-E455B27B29F6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 bwMode="auto"/>
    </dgm:pt>
    <dgm:pt modelId="{EFBF5448-09D0-4FEC-8EA3-B9DFB2E2AC2D}" type="pres">
      <dgm:prSet presAssocID="{8DEDD22D-B0A4-4951-A9BF-E455B27B29F6}" presName="ConnectLine" presStyleLbl="sibTrans1D1" presStyleIdx="0" presStyleCnt="4"/>
      <dgm:spPr bwMode="auto"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EFB75FCC-15B4-402E-BC37-E1D640A72CF0}" type="pres">
      <dgm:prSet presAssocID="{8DEDD22D-B0A4-4951-A9BF-E455B27B29F6}" presName="EmptyPlaceHolder" presStyleCnt="0"/>
      <dgm:spPr bwMode="auto"/>
    </dgm:pt>
    <dgm:pt modelId="{A2060D2A-C9EF-4712-AF1F-AE7391D4F460}" type="pres">
      <dgm:prSet presAssocID="{6DA813AC-F165-4CBE-BE31-E19475213322}" presName="spaceBetweenRectangles" presStyleCnt="0"/>
      <dgm:spPr bwMode="auto"/>
    </dgm:pt>
    <dgm:pt modelId="{8D5FBD32-FF35-490B-9582-0891D7B40517}" type="pres">
      <dgm:prSet presAssocID="{EE30ACA2-2028-4393-A25F-51FF102A0D0B}" presName="composite" presStyleCnt="0"/>
      <dgm:spPr bwMode="auto"/>
    </dgm:pt>
    <dgm:pt modelId="{172768AF-A2AC-4A12-838C-EDF11D78AB66}" type="pres">
      <dgm:prSet presAssocID="{EE30ACA2-2028-4393-A25F-51FF102A0D0B}" presName="ConnectorPoint" presStyleLbl="lnNode1" presStyleIdx="1" presStyleCnt="4"/>
      <dgm:spPr bwMode="auto"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69A82900-FC71-4594-B1DC-2A41BE11959D}" type="pres">
      <dgm:prSet presAssocID="{EE30ACA2-2028-4393-A25F-51FF102A0D0B}" presName="DropPinPlaceHolder" presStyleCnt="0"/>
      <dgm:spPr bwMode="auto"/>
    </dgm:pt>
    <dgm:pt modelId="{CC729667-8EBA-4D01-B673-637CA5492FE0}" type="pres">
      <dgm:prSet presAssocID="{EE30ACA2-2028-4393-A25F-51FF102A0D0B}" presName="DropPin" presStyleLbl="alignNode1" presStyleIdx="1" presStyleCnt="4"/>
      <dgm:spPr bwMode="auto"/>
    </dgm:pt>
    <dgm:pt modelId="{EE575EA6-B7BF-433C-B702-DE8A03EE750F}" type="pres">
      <dgm:prSet presAssocID="{EE30ACA2-2028-4393-A25F-51FF102A0D0B}" presName="Ellipse" presStyleLbl="fgAcc1" presStyleIdx="2" presStyleCnt="5"/>
      <dgm:spPr bwMode="auto"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5875" cap="flat" cmpd="sng" algn="ctr">
          <a:noFill/>
          <a:prstDash val="solid"/>
        </a:ln>
        <a:effectLst/>
      </dgm:spPr>
    </dgm:pt>
    <dgm:pt modelId="{3E53C250-A503-4DC9-9D0C-1A92B231B19C}" type="pres">
      <dgm:prSet presAssocID="{EE30ACA2-2028-4393-A25F-51FF102A0D0B}" presName="L2TextContainer" presStyleLbl="revTx" presStyleIdx="2" presStyleCnt="8">
        <dgm:presLayoutVars>
          <dgm:bulletEnabled val="1"/>
        </dgm:presLayoutVars>
      </dgm:prSet>
      <dgm:spPr bwMode="auto"/>
    </dgm:pt>
    <dgm:pt modelId="{040B3B40-32C7-4F02-9FD9-C2E0D87F2732}" type="pres">
      <dgm:prSet presAssocID="{EE30ACA2-2028-4393-A25F-51FF102A0D0B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 bwMode="auto"/>
    </dgm:pt>
    <dgm:pt modelId="{5E911F89-63AE-46AA-BCD2-3049C41BF47F}" type="pres">
      <dgm:prSet presAssocID="{EE30ACA2-2028-4393-A25F-51FF102A0D0B}" presName="ConnectLine" presStyleLbl="sibTrans1D1" presStyleIdx="1" presStyleCnt="4"/>
      <dgm:spPr bwMode="auto"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686327AE-B5F8-4108-916E-A89F0DE1E5AD}" type="pres">
      <dgm:prSet presAssocID="{EE30ACA2-2028-4393-A25F-51FF102A0D0B}" presName="EmptyPlaceHolder" presStyleCnt="0"/>
      <dgm:spPr bwMode="auto"/>
    </dgm:pt>
    <dgm:pt modelId="{C7A4B2EF-3587-492C-88ED-82D8DF97A7FA}" type="pres">
      <dgm:prSet presAssocID="{CE3F9A28-F8D0-4690-83CB-AB793CE3C7F1}" presName="spaceBetweenRectangles" presStyleCnt="0"/>
      <dgm:spPr bwMode="auto"/>
    </dgm:pt>
    <dgm:pt modelId="{C090D9AA-244D-4F0E-81BB-7766A2EFE137}" type="pres">
      <dgm:prSet presAssocID="{309EBE4E-AA87-4CC7-BFD0-1CB8CF7ACAEA}" presName="composite" presStyleCnt="0"/>
      <dgm:spPr bwMode="auto"/>
    </dgm:pt>
    <dgm:pt modelId="{A494F59C-19C5-44C3-BA02-BAFA8D9126D7}" type="pres">
      <dgm:prSet presAssocID="{309EBE4E-AA87-4CC7-BFD0-1CB8CF7ACAEA}" presName="ConnectorPoint" presStyleLbl="lnNode1" presStyleIdx="2" presStyleCnt="4"/>
      <dgm:spPr bwMode="auto"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62F79731-DAEC-46E3-9E46-58D64EAA7F6A}" type="pres">
      <dgm:prSet presAssocID="{309EBE4E-AA87-4CC7-BFD0-1CB8CF7ACAEA}" presName="DropPinPlaceHolder" presStyleCnt="0"/>
      <dgm:spPr bwMode="auto"/>
    </dgm:pt>
    <dgm:pt modelId="{A47C54EE-0B1C-45E9-AD05-7A20511B11DA}" type="pres">
      <dgm:prSet presAssocID="{309EBE4E-AA87-4CC7-BFD0-1CB8CF7ACAEA}" presName="DropPin" presStyleLbl="alignNode1" presStyleIdx="2" presStyleCnt="4"/>
      <dgm:spPr bwMode="auto"/>
    </dgm:pt>
    <dgm:pt modelId="{AF242A5E-BA38-4E8F-8290-19C4997E6834}" type="pres">
      <dgm:prSet presAssocID="{309EBE4E-AA87-4CC7-BFD0-1CB8CF7ACAEA}" presName="Ellipse" presStyleLbl="fgAcc1" presStyleIdx="3" presStyleCnt="5"/>
      <dgm:spPr bwMode="auto"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5875" cap="flat" cmpd="sng" algn="ctr">
          <a:noFill/>
          <a:prstDash val="solid"/>
        </a:ln>
        <a:effectLst/>
      </dgm:spPr>
    </dgm:pt>
    <dgm:pt modelId="{65C9AAC7-5685-4DD8-8442-6D3A0BA8FC92}" type="pres">
      <dgm:prSet presAssocID="{309EBE4E-AA87-4CC7-BFD0-1CB8CF7ACAEA}" presName="L2TextContainer" presStyleLbl="revTx" presStyleIdx="4" presStyleCnt="8">
        <dgm:presLayoutVars>
          <dgm:bulletEnabled val="1"/>
        </dgm:presLayoutVars>
      </dgm:prSet>
      <dgm:spPr bwMode="auto"/>
    </dgm:pt>
    <dgm:pt modelId="{B149DE7D-97F0-4D4E-8209-B3C245AE1CCD}" type="pres">
      <dgm:prSet presAssocID="{309EBE4E-AA87-4CC7-BFD0-1CB8CF7ACAEA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 bwMode="auto"/>
    </dgm:pt>
    <dgm:pt modelId="{B9C18F5B-70E1-450E-8FEA-80C9784CC896}" type="pres">
      <dgm:prSet presAssocID="{309EBE4E-AA87-4CC7-BFD0-1CB8CF7ACAEA}" presName="ConnectLine" presStyleLbl="sibTrans1D1" presStyleIdx="2" presStyleCnt="4"/>
      <dgm:spPr bwMode="auto"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E85A4E00-44DA-45FC-B154-06CF2529195E}" type="pres">
      <dgm:prSet presAssocID="{309EBE4E-AA87-4CC7-BFD0-1CB8CF7ACAEA}" presName="EmptyPlaceHolder" presStyleCnt="0"/>
      <dgm:spPr bwMode="auto"/>
    </dgm:pt>
    <dgm:pt modelId="{A8DC83E1-19E4-4537-BC16-7EE7E5CF87C5}" type="pres">
      <dgm:prSet presAssocID="{231ED931-6C3F-4FDE-BB14-C72FF48F81E5}" presName="spaceBetweenRectangles" presStyleCnt="0"/>
      <dgm:spPr bwMode="auto"/>
    </dgm:pt>
    <dgm:pt modelId="{796478B3-E9FF-404E-90BA-FC889FA9D143}" type="pres">
      <dgm:prSet presAssocID="{94DBEAEE-504E-4EF7-979B-DBE1354A131D}" presName="composite" presStyleCnt="0"/>
      <dgm:spPr bwMode="auto"/>
    </dgm:pt>
    <dgm:pt modelId="{7D353AFB-0681-4F38-BFB9-73F59FACEA72}" type="pres">
      <dgm:prSet presAssocID="{94DBEAEE-504E-4EF7-979B-DBE1354A131D}" presName="ConnectorPoint" presStyleLbl="lnNode1" presStyleIdx="3" presStyleCnt="4"/>
      <dgm:spPr bwMode="auto"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10F95431-99AD-4719-8FEE-B5EB90F9BF22}" type="pres">
      <dgm:prSet presAssocID="{94DBEAEE-504E-4EF7-979B-DBE1354A131D}" presName="DropPinPlaceHolder" presStyleCnt="0"/>
      <dgm:spPr bwMode="auto"/>
    </dgm:pt>
    <dgm:pt modelId="{70789039-2110-40FD-966E-0DFA375B7341}" type="pres">
      <dgm:prSet presAssocID="{94DBEAEE-504E-4EF7-979B-DBE1354A131D}" presName="DropPin" presStyleLbl="alignNode1" presStyleIdx="3" presStyleCnt="4"/>
      <dgm:spPr bwMode="auto"/>
    </dgm:pt>
    <dgm:pt modelId="{10A58771-FB95-41A0-9615-2049226B6EC4}" type="pres">
      <dgm:prSet presAssocID="{94DBEAEE-504E-4EF7-979B-DBE1354A131D}" presName="Ellipse" presStyleLbl="fgAcc1" presStyleIdx="4" presStyleCnt="5"/>
      <dgm:spPr bwMode="auto"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5875" cap="flat" cmpd="sng" algn="ctr">
          <a:noFill/>
          <a:prstDash val="solid"/>
        </a:ln>
        <a:effectLst/>
      </dgm:spPr>
    </dgm:pt>
    <dgm:pt modelId="{87AF5F8E-3F6F-4D1C-B992-A9007CB05F7F}" type="pres">
      <dgm:prSet presAssocID="{94DBEAEE-504E-4EF7-979B-DBE1354A131D}" presName="L2TextContainer" presStyleLbl="revTx" presStyleIdx="6" presStyleCnt="8">
        <dgm:presLayoutVars>
          <dgm:bulletEnabled val="1"/>
        </dgm:presLayoutVars>
      </dgm:prSet>
      <dgm:spPr bwMode="auto"/>
    </dgm:pt>
    <dgm:pt modelId="{00C57005-29C1-4A5E-A630-91FDAA363592}" type="pres">
      <dgm:prSet presAssocID="{94DBEAEE-504E-4EF7-979B-DBE1354A131D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 bwMode="auto"/>
    </dgm:pt>
    <dgm:pt modelId="{24C34C14-F60B-4AFF-A5B6-3F0B3E6F5306}" type="pres">
      <dgm:prSet presAssocID="{94DBEAEE-504E-4EF7-979B-DBE1354A131D}" presName="ConnectLine" presStyleLbl="sibTrans1D1" presStyleIdx="3" presStyleCnt="4"/>
      <dgm:spPr bwMode="auto"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C4B70A34-29BA-4D6A-BCAB-B3727A722680}" type="pres">
      <dgm:prSet presAssocID="{94DBEAEE-504E-4EF7-979B-DBE1354A131D}" presName="EmptyPlaceHolder" presStyleCnt="0"/>
      <dgm:spPr bwMode="auto"/>
    </dgm:pt>
  </dgm:ptLst>
  <dgm:cxnLst>
    <dgm:cxn modelId="{D0069407-58B1-4A4C-BD81-2F5C279D0915}" type="parOf" srcId="{324D3C44-E8A1-4DFE-AB4E-28C05CBDF276}" destId="{309EBE4E-AA87-4CC7-BFD0-1CB8CF7ACAEA}" srcOrd="2" destOrd="0" parTransId="{48BED5C1-9547-4AB6-BDCF-AD3D87126B19}" sibTransId="{231ED931-6C3F-4FDE-BB14-C72FF48F81E5}"/>
    <dgm:cxn modelId="{5D27E10C-1BB5-4089-9246-13DE2458C395}" type="parOf" srcId="{324D3C44-E8A1-4DFE-AB4E-28C05CBDF276}" destId="{EE30ACA2-2028-4393-A25F-51FF102A0D0B}" srcOrd="1" destOrd="0" parTransId="{2B0B7497-F72B-43BB-8483-A5020C943EE4}" sibTransId="{CE3F9A28-F8D0-4690-83CB-AB793CE3C7F1}"/>
    <dgm:cxn modelId="{DBA4BA15-66C1-4FB0-8EB2-21D73506022F}" type="presOf" srcId="{06A7A668-7B2D-4199-B368-9AB3D05909D8}" destId="{3E53C250-A503-4DC9-9D0C-1A92B231B19C}" srcOrd="0" destOrd="0" presId="urn:microsoft.com/office/officeart/2017/3/layout/DropPinTimeline"/>
    <dgm:cxn modelId="{B7993E39-E314-4449-BDE9-A8ECEC45F81E}" type="parOf" srcId="{324D3C44-E8A1-4DFE-AB4E-28C05CBDF276}" destId="{94DBEAEE-504E-4EF7-979B-DBE1354A131D}" srcOrd="3" destOrd="0" parTransId="{B2968EAD-9FF0-40E5-A62B-700890A7A424}" sibTransId="{31E4C612-2262-44E4-B393-7A3AB7663225}"/>
    <dgm:cxn modelId="{9DBE7C43-F5EA-42C1-8376-ED0D4883C65F}" type="presOf" srcId="{EC0DF0BC-2238-46A4-BA2F-F983C3E442A0}" destId="{87AF5F8E-3F6F-4D1C-B992-A9007CB05F7F}" srcOrd="0" destOrd="1" presId="urn:microsoft.com/office/officeart/2017/3/layout/DropPinTimeline"/>
    <dgm:cxn modelId="{83D3664B-0587-4B66-88A5-AAB9B29571E7}" type="presOf" srcId="{14687495-B720-4A53-A8D1-046ED9661FF7}" destId="{65C9AAC7-5685-4DD8-8442-6D3A0BA8FC92}" srcOrd="0" destOrd="0" presId="urn:microsoft.com/office/officeart/2017/3/layout/DropPinTimeline"/>
    <dgm:cxn modelId="{858E2E50-F5D8-44EE-834A-FC6C642D88A4}" type="parOf" srcId="{94DBEAEE-504E-4EF7-979B-DBE1354A131D}" destId="{31BFDDDB-AAF6-42D6-A1D4-1A58E6A8AF00}" srcOrd="0" destOrd="0" parTransId="{BE7F806E-ECCB-4BE8-9BAC-22C69B1C6AA4}" sibTransId="{7A727BED-E429-47E6-8D0C-48A0A78F25CE}"/>
    <dgm:cxn modelId="{21F97277-87CD-49F1-BAF8-ECB06387B945}" type="presOf" srcId="{EE30ACA2-2028-4393-A25F-51FF102A0D0B}" destId="{040B3B40-32C7-4F02-9FD9-C2E0D87F2732}" srcOrd="0" destOrd="0" presId="urn:microsoft.com/office/officeart/2017/3/layout/DropPinTimeline"/>
    <dgm:cxn modelId="{7C666878-A080-447E-8901-AAC8C98C3597}" type="presOf" srcId="{4A5D6B7D-ED88-4BDF-B0DB-D512741B5FEC}" destId="{1A41D370-CACE-4754-9011-E6BEF2A12BD7}" srcOrd="0" destOrd="0" presId="urn:microsoft.com/office/officeart/2017/3/layout/DropPinTimeline"/>
    <dgm:cxn modelId="{2914187A-BA11-49E7-88D7-3F75131DCE72}" type="parOf" srcId="{324D3C44-E8A1-4DFE-AB4E-28C05CBDF276}" destId="{8DEDD22D-B0A4-4951-A9BF-E455B27B29F6}" srcOrd="0" destOrd="0" parTransId="{77571661-3C77-41CF-AEA3-45652768A71A}" sibTransId="{6DA813AC-F165-4CBE-BE31-E19475213322}"/>
    <dgm:cxn modelId="{A3313F82-0992-40D3-B963-CE0608909A1F}" type="presOf" srcId="{309EBE4E-AA87-4CC7-BFD0-1CB8CF7ACAEA}" destId="{B149DE7D-97F0-4D4E-8209-B3C245AE1CCD}" srcOrd="0" destOrd="0" presId="urn:microsoft.com/office/officeart/2017/3/layout/DropPinTimeline"/>
    <dgm:cxn modelId="{8F917B9A-ACC2-424B-971C-80DBB62421E7}" type="presOf" srcId="{31BFDDDB-AAF6-42D6-A1D4-1A58E6A8AF00}" destId="{87AF5F8E-3F6F-4D1C-B992-A9007CB05F7F}" srcOrd="0" destOrd="0" presId="urn:microsoft.com/office/officeart/2017/3/layout/DropPinTimeline"/>
    <dgm:cxn modelId="{FC1A45A1-534B-4316-AA9F-ABDAFC062C47}" type="parOf" srcId="{94DBEAEE-504E-4EF7-979B-DBE1354A131D}" destId="{EC0DF0BC-2238-46A4-BA2F-F983C3E442A0}" srcOrd="1" destOrd="0" parTransId="{F89ECAEB-8B2A-49C7-87FD-58B1E583F912}" sibTransId="{1FCA9F28-F8F9-4468-80B1-F78B6504B8FF}"/>
    <dgm:cxn modelId="{D65242B7-0885-4DE6-96AC-61EB317771EA}" type="presOf" srcId="{324D3C44-E8A1-4DFE-AB4E-28C05CBDF276}" destId="{27CACEE4-9231-4D36-BFBE-840E3925E6E8}" srcOrd="0" destOrd="0" presId="urn:microsoft.com/office/officeart/2017/3/layout/DropPinTimeline"/>
    <dgm:cxn modelId="{F3A9B1BD-188C-45B5-9E8B-0E01D3DD4283}" type="parOf" srcId="{309EBE4E-AA87-4CC7-BFD0-1CB8CF7ACAEA}" destId="{14687495-B720-4A53-A8D1-046ED9661FF7}" srcOrd="0" destOrd="0" parTransId="{EF1CF2F2-5958-4147-BF24-A45AAC554053}" sibTransId="{0C72F8D2-D518-4504-9324-0363AB518311}"/>
    <dgm:cxn modelId="{701871D6-6CB9-4662-8289-3FB38928A129}" type="parOf" srcId="{8DEDD22D-B0A4-4951-A9BF-E455B27B29F6}" destId="{4A5D6B7D-ED88-4BDF-B0DB-D512741B5FEC}" srcOrd="0" destOrd="0" parTransId="{83CB19D5-003A-4945-A9ED-2A477CE104E6}" sibTransId="{88E762CD-53B1-478F-8035-345D48E794F2}"/>
    <dgm:cxn modelId="{3F2811D9-E7A4-478F-9300-C2C4F8E15B78}" type="presOf" srcId="{8DEDD22D-B0A4-4951-A9BF-E455B27B29F6}" destId="{6872DAF3-1CE1-4060-BFB1-61ED43DCE3CB}" srcOrd="0" destOrd="0" presId="urn:microsoft.com/office/officeart/2017/3/layout/DropPinTimeline"/>
    <dgm:cxn modelId="{7E3BF3F1-F2F1-4D3C-B003-407D84938952}" type="parOf" srcId="{EE30ACA2-2028-4393-A25F-51FF102A0D0B}" destId="{06A7A668-7B2D-4199-B368-9AB3D05909D8}" srcOrd="0" destOrd="0" parTransId="{CFACDE6B-0DB7-4897-A0E5-7330A6A30E8B}" sibTransId="{1A6D36AE-8BC7-4302-9B67-674876A362F1}"/>
    <dgm:cxn modelId="{F18492FB-D7F4-4E0D-8E3C-59CFB216A8C6}" type="presOf" srcId="{94DBEAEE-504E-4EF7-979B-DBE1354A131D}" destId="{00C57005-29C1-4A5E-A630-91FDAA363592}" srcOrd="0" destOrd="0" presId="urn:microsoft.com/office/officeart/2017/3/layout/DropPinTimeline"/>
    <dgm:cxn modelId="{9F4B24D3-6589-4954-9FF3-A60B9C9AEB05}" type="presParOf" srcId="{27CACEE4-9231-4D36-BFBE-840E3925E6E8}" destId="{AB4D83C0-776B-4A4D-9F61-0C13C490E0C2}" srcOrd="0" destOrd="0" presId="urn:microsoft.com/office/officeart/2017/3/layout/DropPinTimeline"/>
    <dgm:cxn modelId="{4B6774CB-9ED1-4C6C-8283-D568D5F9658A}" type="presParOf" srcId="{27CACEE4-9231-4D36-BFBE-840E3925E6E8}" destId="{5EDE3DF9-F1B5-4579-B6DD-4F95D6684427}" srcOrd="1" destOrd="0" presId="urn:microsoft.com/office/officeart/2017/3/layout/DropPinTimeline"/>
    <dgm:cxn modelId="{653568C0-9B12-4628-AAA3-9B6803FFC1D8}" type="presParOf" srcId="{5EDE3DF9-F1B5-4579-B6DD-4F95D6684427}" destId="{22C5B130-1E03-464A-9CD3-B0D59A640FEF}" srcOrd="0" destOrd="0" presId="urn:microsoft.com/office/officeart/2017/3/layout/DropPinTimeline"/>
    <dgm:cxn modelId="{2B225B3C-506C-4594-8611-9EAD7D3D5916}" type="presParOf" srcId="{22C5B130-1E03-464A-9CD3-B0D59A640FEF}" destId="{ABD5F72B-95E3-46EF-83AC-111AA2556A9F}" srcOrd="0" destOrd="0" presId="urn:microsoft.com/office/officeart/2017/3/layout/DropPinTimeline"/>
    <dgm:cxn modelId="{29A9EFD3-0458-4F6D-9FC9-E3E3E2A04DBD}" type="presParOf" srcId="{22C5B130-1E03-464A-9CD3-B0D59A640FEF}" destId="{0FCAAF5C-CB0E-4BEC-856D-7B6F2AE16CBD}" srcOrd="1" destOrd="0" presId="urn:microsoft.com/office/officeart/2017/3/layout/DropPinTimeline"/>
    <dgm:cxn modelId="{378EC62A-FB38-488F-A608-DAE48B03D478}" type="presParOf" srcId="{0FCAAF5C-CB0E-4BEC-856D-7B6F2AE16CBD}" destId="{862DBCB3-7DF9-4F93-8BB5-F6DCED937573}" srcOrd="0" destOrd="0" presId="urn:microsoft.com/office/officeart/2017/3/layout/DropPinTimeline"/>
    <dgm:cxn modelId="{7279DECC-2D95-4E8F-9126-832D3FB6B99B}" type="presParOf" srcId="{0FCAAF5C-CB0E-4BEC-856D-7B6F2AE16CBD}" destId="{0BBA42FF-5233-4FFE-A5E6-5396F8C6FD8A}" srcOrd="1" destOrd="0" presId="urn:microsoft.com/office/officeart/2017/3/layout/DropPinTimeline"/>
    <dgm:cxn modelId="{A5FDE412-6444-4F07-8C61-4D8E28600137}" type="presParOf" srcId="{22C5B130-1E03-464A-9CD3-B0D59A640FEF}" destId="{1A41D370-CACE-4754-9011-E6BEF2A12BD7}" srcOrd="2" destOrd="0" presId="urn:microsoft.com/office/officeart/2017/3/layout/DropPinTimeline"/>
    <dgm:cxn modelId="{F90D4724-9E2C-47F5-AF7C-0769D060F12C}" type="presParOf" srcId="{22C5B130-1E03-464A-9CD3-B0D59A640FEF}" destId="{6872DAF3-1CE1-4060-BFB1-61ED43DCE3CB}" srcOrd="3" destOrd="0" presId="urn:microsoft.com/office/officeart/2017/3/layout/DropPinTimeline"/>
    <dgm:cxn modelId="{D730D55E-298D-417C-BF80-1386A0FE1DC3}" type="presParOf" srcId="{22C5B130-1E03-464A-9CD3-B0D59A640FEF}" destId="{EFBF5448-09D0-4FEC-8EA3-B9DFB2E2AC2D}" srcOrd="4" destOrd="0" presId="urn:microsoft.com/office/officeart/2017/3/layout/DropPinTimeline"/>
    <dgm:cxn modelId="{542AE479-DAA9-4976-A53C-B6E7AF0C585A}" type="presParOf" srcId="{22C5B130-1E03-464A-9CD3-B0D59A640FEF}" destId="{EFB75FCC-15B4-402E-BC37-E1D640A72CF0}" srcOrd="5" destOrd="0" presId="urn:microsoft.com/office/officeart/2017/3/layout/DropPinTimeline"/>
    <dgm:cxn modelId="{71D6BD01-091C-4457-B93B-1B0A734B7C45}" type="presParOf" srcId="{5EDE3DF9-F1B5-4579-B6DD-4F95D6684427}" destId="{A2060D2A-C9EF-4712-AF1F-AE7391D4F460}" srcOrd="1" destOrd="0" presId="urn:microsoft.com/office/officeart/2017/3/layout/DropPinTimeline"/>
    <dgm:cxn modelId="{4C61CCF9-B8A8-4D50-9A4E-8018128C8359}" type="presParOf" srcId="{5EDE3DF9-F1B5-4579-B6DD-4F95D6684427}" destId="{8D5FBD32-FF35-490B-9582-0891D7B40517}" srcOrd="2" destOrd="0" presId="urn:microsoft.com/office/officeart/2017/3/layout/DropPinTimeline"/>
    <dgm:cxn modelId="{61AA472D-3D56-438E-A794-04FC26453F85}" type="presParOf" srcId="{8D5FBD32-FF35-490B-9582-0891D7B40517}" destId="{172768AF-A2AC-4A12-838C-EDF11D78AB66}" srcOrd="0" destOrd="0" presId="urn:microsoft.com/office/officeart/2017/3/layout/DropPinTimeline"/>
    <dgm:cxn modelId="{7DB82542-7E78-4F84-8AD5-5E22022B0CDE}" type="presParOf" srcId="{8D5FBD32-FF35-490B-9582-0891D7B40517}" destId="{69A82900-FC71-4594-B1DC-2A41BE11959D}" srcOrd="1" destOrd="0" presId="urn:microsoft.com/office/officeart/2017/3/layout/DropPinTimeline"/>
    <dgm:cxn modelId="{A3AAA502-5A84-406A-AE7B-A0261BCBCF65}" type="presParOf" srcId="{69A82900-FC71-4594-B1DC-2A41BE11959D}" destId="{CC729667-8EBA-4D01-B673-637CA5492FE0}" srcOrd="0" destOrd="0" presId="urn:microsoft.com/office/officeart/2017/3/layout/DropPinTimeline"/>
    <dgm:cxn modelId="{8E505AB1-51C4-4B56-8305-4D3E0D701975}" type="presParOf" srcId="{69A82900-FC71-4594-B1DC-2A41BE11959D}" destId="{EE575EA6-B7BF-433C-B702-DE8A03EE750F}" srcOrd="1" destOrd="0" presId="urn:microsoft.com/office/officeart/2017/3/layout/DropPinTimeline"/>
    <dgm:cxn modelId="{70048EF4-682C-400E-B677-D89C3C3D2517}" type="presParOf" srcId="{8D5FBD32-FF35-490B-9582-0891D7B40517}" destId="{3E53C250-A503-4DC9-9D0C-1A92B231B19C}" srcOrd="2" destOrd="0" presId="urn:microsoft.com/office/officeart/2017/3/layout/DropPinTimeline"/>
    <dgm:cxn modelId="{A2C6585C-46F6-45A5-A185-8C3A367FD8BD}" type="presParOf" srcId="{8D5FBD32-FF35-490B-9582-0891D7B40517}" destId="{040B3B40-32C7-4F02-9FD9-C2E0D87F2732}" srcOrd="3" destOrd="0" presId="urn:microsoft.com/office/officeart/2017/3/layout/DropPinTimeline"/>
    <dgm:cxn modelId="{C643DA19-C9BE-49B5-A294-834A8EEA8EC1}" type="presParOf" srcId="{8D5FBD32-FF35-490B-9582-0891D7B40517}" destId="{5E911F89-63AE-46AA-BCD2-3049C41BF47F}" srcOrd="4" destOrd="0" presId="urn:microsoft.com/office/officeart/2017/3/layout/DropPinTimeline"/>
    <dgm:cxn modelId="{E232C883-28D6-41E1-8317-103559F63F3B}" type="presParOf" srcId="{8D5FBD32-FF35-490B-9582-0891D7B40517}" destId="{686327AE-B5F8-4108-916E-A89F0DE1E5AD}" srcOrd="5" destOrd="0" presId="urn:microsoft.com/office/officeart/2017/3/layout/DropPinTimeline"/>
    <dgm:cxn modelId="{CF413E88-33EE-452C-835A-CA0BF98222E8}" type="presParOf" srcId="{5EDE3DF9-F1B5-4579-B6DD-4F95D6684427}" destId="{C7A4B2EF-3587-492C-88ED-82D8DF97A7FA}" srcOrd="3" destOrd="0" presId="urn:microsoft.com/office/officeart/2017/3/layout/DropPinTimeline"/>
    <dgm:cxn modelId="{EDE55752-B146-41C1-8B9F-40285AA8FFDB}" type="presParOf" srcId="{5EDE3DF9-F1B5-4579-B6DD-4F95D6684427}" destId="{C090D9AA-244D-4F0E-81BB-7766A2EFE137}" srcOrd="4" destOrd="0" presId="urn:microsoft.com/office/officeart/2017/3/layout/DropPinTimeline"/>
    <dgm:cxn modelId="{EFDD0CC9-5899-4481-92DF-D10EA964E32D}" type="presParOf" srcId="{C090D9AA-244D-4F0E-81BB-7766A2EFE137}" destId="{A494F59C-19C5-44C3-BA02-BAFA8D9126D7}" srcOrd="0" destOrd="0" presId="urn:microsoft.com/office/officeart/2017/3/layout/DropPinTimeline"/>
    <dgm:cxn modelId="{20DFAD7A-5171-46C1-8835-DDE61AE518AB}" type="presParOf" srcId="{C090D9AA-244D-4F0E-81BB-7766A2EFE137}" destId="{62F79731-DAEC-46E3-9E46-58D64EAA7F6A}" srcOrd="1" destOrd="0" presId="urn:microsoft.com/office/officeart/2017/3/layout/DropPinTimeline"/>
    <dgm:cxn modelId="{A4CB97E5-8D95-414D-99C9-EFAB9BB2B46B}" type="presParOf" srcId="{62F79731-DAEC-46E3-9E46-58D64EAA7F6A}" destId="{A47C54EE-0B1C-45E9-AD05-7A20511B11DA}" srcOrd="0" destOrd="0" presId="urn:microsoft.com/office/officeart/2017/3/layout/DropPinTimeline"/>
    <dgm:cxn modelId="{A4C1F594-04EF-4D55-A920-2CC8C0586DA1}" type="presParOf" srcId="{62F79731-DAEC-46E3-9E46-58D64EAA7F6A}" destId="{AF242A5E-BA38-4E8F-8290-19C4997E6834}" srcOrd="1" destOrd="0" presId="urn:microsoft.com/office/officeart/2017/3/layout/DropPinTimeline"/>
    <dgm:cxn modelId="{ED07C647-71B8-4DC0-908D-F04195D5A936}" type="presParOf" srcId="{C090D9AA-244D-4F0E-81BB-7766A2EFE137}" destId="{65C9AAC7-5685-4DD8-8442-6D3A0BA8FC92}" srcOrd="2" destOrd="0" presId="urn:microsoft.com/office/officeart/2017/3/layout/DropPinTimeline"/>
    <dgm:cxn modelId="{764B2558-FB3A-4E6F-9B75-7DEDA143FC4D}" type="presParOf" srcId="{C090D9AA-244D-4F0E-81BB-7766A2EFE137}" destId="{B149DE7D-97F0-4D4E-8209-B3C245AE1CCD}" srcOrd="3" destOrd="0" presId="urn:microsoft.com/office/officeart/2017/3/layout/DropPinTimeline"/>
    <dgm:cxn modelId="{DEF29F0F-7DF0-4DA5-9CAD-7951BAA3D3EC}" type="presParOf" srcId="{C090D9AA-244D-4F0E-81BB-7766A2EFE137}" destId="{B9C18F5B-70E1-450E-8FEA-80C9784CC896}" srcOrd="4" destOrd="0" presId="urn:microsoft.com/office/officeart/2017/3/layout/DropPinTimeline"/>
    <dgm:cxn modelId="{9A8DD65B-315D-41C6-A056-EFF0470550DA}" type="presParOf" srcId="{C090D9AA-244D-4F0E-81BB-7766A2EFE137}" destId="{E85A4E00-44DA-45FC-B154-06CF2529195E}" srcOrd="5" destOrd="0" presId="urn:microsoft.com/office/officeart/2017/3/layout/DropPinTimeline"/>
    <dgm:cxn modelId="{2641E08B-706D-4F56-B832-DBD30A6F6CFD}" type="presParOf" srcId="{5EDE3DF9-F1B5-4579-B6DD-4F95D6684427}" destId="{A8DC83E1-19E4-4537-BC16-7EE7E5CF87C5}" srcOrd="5" destOrd="0" presId="urn:microsoft.com/office/officeart/2017/3/layout/DropPinTimeline"/>
    <dgm:cxn modelId="{13E6DA51-3650-4D0E-9F20-6E9C6FC341EC}" type="presParOf" srcId="{5EDE3DF9-F1B5-4579-B6DD-4F95D6684427}" destId="{796478B3-E9FF-404E-90BA-FC889FA9D143}" srcOrd="6" destOrd="0" presId="urn:microsoft.com/office/officeart/2017/3/layout/DropPinTimeline"/>
    <dgm:cxn modelId="{660166F1-3F0E-4C93-BEDE-2C8EB869D14D}" type="presParOf" srcId="{796478B3-E9FF-404E-90BA-FC889FA9D143}" destId="{7D353AFB-0681-4F38-BFB9-73F59FACEA72}" srcOrd="0" destOrd="0" presId="urn:microsoft.com/office/officeart/2017/3/layout/DropPinTimeline"/>
    <dgm:cxn modelId="{00D0A9B7-286E-4562-9BD2-F9ADBEE07E4A}" type="presParOf" srcId="{796478B3-E9FF-404E-90BA-FC889FA9D143}" destId="{10F95431-99AD-4719-8FEE-B5EB90F9BF22}" srcOrd="1" destOrd="0" presId="urn:microsoft.com/office/officeart/2017/3/layout/DropPinTimeline"/>
    <dgm:cxn modelId="{C74931CA-655A-4F38-A9F8-4D2622A0BF28}" type="presParOf" srcId="{10F95431-99AD-4719-8FEE-B5EB90F9BF22}" destId="{70789039-2110-40FD-966E-0DFA375B7341}" srcOrd="0" destOrd="0" presId="urn:microsoft.com/office/officeart/2017/3/layout/DropPinTimeline"/>
    <dgm:cxn modelId="{48B7B181-1374-4AB2-AADD-7883B345DE40}" type="presParOf" srcId="{10F95431-99AD-4719-8FEE-B5EB90F9BF22}" destId="{10A58771-FB95-41A0-9615-2049226B6EC4}" srcOrd="1" destOrd="0" presId="urn:microsoft.com/office/officeart/2017/3/layout/DropPinTimeline"/>
    <dgm:cxn modelId="{A09C3E95-1B43-4CB6-9D33-B8CD400D1D05}" type="presParOf" srcId="{796478B3-E9FF-404E-90BA-FC889FA9D143}" destId="{87AF5F8E-3F6F-4D1C-B992-A9007CB05F7F}" srcOrd="2" destOrd="0" presId="urn:microsoft.com/office/officeart/2017/3/layout/DropPinTimeline"/>
    <dgm:cxn modelId="{7E306A0D-0AC1-421E-8B4D-864484677540}" type="presParOf" srcId="{796478B3-E9FF-404E-90BA-FC889FA9D143}" destId="{00C57005-29C1-4A5E-A630-91FDAA363592}" srcOrd="3" destOrd="0" presId="urn:microsoft.com/office/officeart/2017/3/layout/DropPinTimeline"/>
    <dgm:cxn modelId="{29AF1984-BB91-454B-81CD-CFB223A89F13}" type="presParOf" srcId="{796478B3-E9FF-404E-90BA-FC889FA9D143}" destId="{24C34C14-F60B-4AFF-A5B6-3F0B3E6F5306}" srcOrd="4" destOrd="0" presId="urn:microsoft.com/office/officeart/2017/3/layout/DropPinTimeline"/>
    <dgm:cxn modelId="{2FF9ECD2-9DE2-4CD5-AE08-B8D492E852A5}" type="presParOf" srcId="{796478B3-E9FF-404E-90BA-FC889FA9D143}" destId="{C4B70A34-29BA-4D6A-BCAB-B3727A722680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661BDEE-6C27-47E8-942B-4A4266DF38F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0"/>
      <dgm:spPr bwMode="auto"/>
    </dgm:pt>
    <dgm:pt modelId="{74154247-96FE-4A7C-B4F2-BB9D29A9A008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>
                  <a:lumMod val="65000"/>
                  <a:lumOff val="35000"/>
                </a:schemeClr>
              </a:solidFill>
            </a:rPr>
            <a:t>[Präsentation]</a:t>
          </a:r>
          <a:endParaRPr>
            <a:solidFill>
              <a:schemeClr val="bg1">
                <a:lumMod val="65000"/>
                <a:lumOff val="35000"/>
              </a:schemeClr>
            </a:solidFill>
          </a:endParaRPr>
        </a:p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/>
              </a:solidFill>
            </a:rPr>
            <a:t>Problemanalyse</a:t>
          </a:r>
          <a:endParaRPr>
            <a:solidFill>
              <a:schemeClr val="bg1"/>
            </a:solidFill>
          </a:endParaRPr>
        </a:p>
      </dgm:t>
    </dgm:pt>
    <dgm:pt modelId="{C7C39EF2-94EC-4C6F-802C-5A155B1E749C}" type="parTrans" cxnId="{0B6CAECB-E5B7-40CD-8BC6-92EF686B7461}">
      <dgm:prSet/>
      <dgm:spPr bwMode="auto"/>
    </dgm:pt>
    <dgm:pt modelId="{5296F743-7B93-4303-B1E6-0EB57862A76C}" type="sibTrans" cxnId="{0B6CAECB-E5B7-40CD-8BC6-92EF686B7461}">
      <dgm:prSet/>
      <dgm:spPr bwMode="auto"/>
    </dgm:pt>
    <dgm:pt modelId="{10311E21-2BB3-442D-8445-C6CE1D6CAFB1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>
                  <a:lumMod val="65000"/>
                  <a:lumOff val="35000"/>
                </a:schemeClr>
              </a:solidFill>
            </a:rPr>
            <a:t>[Gruppenarbeit]</a:t>
          </a:r>
          <a:endParaRPr>
            <a:solidFill>
              <a:schemeClr val="bg1">
                <a:lumMod val="65000"/>
                <a:lumOff val="35000"/>
              </a:schemeClr>
            </a:solidFill>
          </a:endParaRPr>
        </a:p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/>
              </a:solidFill>
            </a:rPr>
            <a:t>World-Café</a:t>
          </a:r>
          <a:endParaRPr>
            <a:solidFill>
              <a:schemeClr val="bg1"/>
            </a:solidFill>
          </a:endParaRPr>
        </a:p>
      </dgm:t>
    </dgm:pt>
    <dgm:pt modelId="{80A180FE-281B-4FCE-8865-A6432D4A9C7C}" type="parTrans" cxnId="{6C25B2B9-140C-46E7-B866-6F5F446E17A1}">
      <dgm:prSet/>
      <dgm:spPr bwMode="auto"/>
    </dgm:pt>
    <dgm:pt modelId="{2EDFFE38-84AB-416F-BBB6-08F40D9086B6}" type="sibTrans" cxnId="{6C25B2B9-140C-46E7-B866-6F5F446E17A1}">
      <dgm:prSet/>
      <dgm:spPr bwMode="auto"/>
    </dgm:pt>
    <dgm:pt modelId="{404DA489-CF46-4450-8872-E75D9479CDA6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>
                  <a:lumMod val="65000"/>
                  <a:lumOff val="35000"/>
                </a:schemeClr>
              </a:solidFill>
            </a:rPr>
            <a:t>[Abstimmung]</a:t>
          </a:r>
          <a:endParaRPr>
            <a:solidFill>
              <a:schemeClr val="bg1">
                <a:lumMod val="65000"/>
                <a:lumOff val="35000"/>
              </a:schemeClr>
            </a:solidFill>
          </a:endParaRPr>
        </a:p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/>
              </a:solidFill>
            </a:rPr>
            <a:t>Dot-Voting</a:t>
          </a:r>
          <a:endParaRPr>
            <a:solidFill>
              <a:schemeClr val="bg1"/>
            </a:solidFill>
          </a:endParaRPr>
        </a:p>
      </dgm:t>
    </dgm:pt>
    <dgm:pt modelId="{D77D4358-AAB3-4C26-81F2-F4A586CD49A1}" type="parTrans" cxnId="{26290EB4-EC14-4988-9953-3725242B3E84}">
      <dgm:prSet/>
      <dgm:spPr bwMode="auto"/>
    </dgm:pt>
    <dgm:pt modelId="{941A6C0E-7DE9-4B82-BBD2-C94D73525002}" type="sibTrans" cxnId="{26290EB4-EC14-4988-9953-3725242B3E84}">
      <dgm:prSet/>
      <dgm:spPr bwMode="auto"/>
    </dgm:pt>
    <dgm:pt modelId="{A94774B3-FBAE-4636-922D-B5C581B020C3}" type="pres">
      <dgm:prSet presAssocID="{D661BDEE-6C27-47E8-942B-4A4266DF38F3}" presName="linearFlow" presStyleCnt="0">
        <dgm:presLayoutVars>
          <dgm:dir val="norm"/>
          <dgm:resizeHandles val="exact"/>
        </dgm:presLayoutVars>
      </dgm:prSet>
      <dgm:spPr bwMode="auto"/>
    </dgm:pt>
    <dgm:pt modelId="{6BD07645-F23E-4354-AA5F-ABB5AAEF2CE9}" type="pres">
      <dgm:prSet presAssocID="{74154247-96FE-4A7C-B4F2-BB9D29A9A008}" presName="composite" presStyleCnt="0"/>
      <dgm:spPr bwMode="auto"/>
    </dgm:pt>
    <dgm:pt modelId="{082946DB-64BE-4956-A1E2-766551FCD212}" type="pres">
      <dgm:prSet custLinFactX="-52961" custLinFactY="-1" presAssocID="{74154247-96FE-4A7C-B4F2-BB9D29A9A008}" presName="imgShp" presStyleLbl="fgImgPlace1" presStyleIdx="0" presStyleCnt="3"/>
      <dgm:spPr bwMode="auto">
        <a:blipFill rotWithShape="1">
          <a:blip r:embed="rId1">
            <a:alphaModFix amt="99999"/>
          </a:blip>
          <a:stretch/>
        </a:blipFill>
        <a:ln w="15875" cap="flat" cmpd="sng" algn="ctr">
          <a:solidFill>
            <a:schemeClr val="tx1">
              <a:alpha val="99999"/>
            </a:schemeClr>
          </a:solidFill>
          <a:prstDash val="solid"/>
        </a:ln>
      </dgm:spPr>
    </dgm:pt>
    <dgm:pt modelId="{ABB4641E-3086-4183-A83E-5A74D3F8586A}" type="pres">
      <dgm:prSet presAssocID="{74154247-96FE-4A7C-B4F2-BB9D29A9A008}" presName="txShp" presStyleLbl="node1" presStyleIdx="0" presStyleCnt="3">
        <dgm:presLayoutVars>
          <dgm:bulletEnabled val="1"/>
        </dgm:presLayoutVars>
      </dgm:prSet>
      <dgm:spPr bwMode="auto"/>
    </dgm:pt>
    <dgm:pt modelId="{B9560474-CC95-45D9-A6F2-E5B112A23F84}" type="pres">
      <dgm:prSet presAssocID="{5296F743-7B93-4303-B1E6-0EB57862A76C}" presName="spacing" presStyleCnt="0"/>
      <dgm:spPr bwMode="auto"/>
    </dgm:pt>
    <dgm:pt modelId="{D98ACE54-9F99-4A9E-B5A6-B91093317956}" type="pres">
      <dgm:prSet presAssocID="{10311E21-2BB3-442D-8445-C6CE1D6CAFB1}" presName="composite" presStyleCnt="0"/>
      <dgm:spPr bwMode="auto"/>
    </dgm:pt>
    <dgm:pt modelId="{640623D1-3FCB-4EB8-A418-E2DB7BB82198}" type="pres">
      <dgm:prSet custLinFactX="-52961" presAssocID="{10311E21-2BB3-442D-8445-C6CE1D6CAFB1}" presName="imgShp" presStyleLbl="fgImgPlace1" presStyleIdx="1" presStyleCnt="3"/>
      <dgm:spPr bwMode="auto">
        <a:blipFill rotWithShape="1">
          <a:blip r:embed="rId2"/>
          <a:srcRect l="0" t="0" r="0" b="0"/>
        </a:blipFill>
      </dgm:spPr>
    </dgm:pt>
    <dgm:pt modelId="{7F46C03F-0E41-4A02-9C45-31706F63B077}" type="pres">
      <dgm:prSet presAssocID="{10311E21-2BB3-442D-8445-C6CE1D6CAFB1}" presName="txShp" presStyleLbl="node1" presStyleIdx="1" presStyleCnt="3">
        <dgm:presLayoutVars>
          <dgm:bulletEnabled val="1"/>
        </dgm:presLayoutVars>
      </dgm:prSet>
      <dgm:spPr bwMode="auto"/>
    </dgm:pt>
    <dgm:pt modelId="{8C3034DB-23D8-4A61-B560-8EF102805AFD}" type="pres">
      <dgm:prSet presAssocID="{2EDFFE38-84AB-416F-BBB6-08F40D9086B6}" presName="spacing" presStyleCnt="0"/>
      <dgm:spPr bwMode="auto"/>
    </dgm:pt>
    <dgm:pt modelId="{D388513D-8C46-442C-B059-1EDBA223F13B}" type="pres">
      <dgm:prSet presAssocID="{404DA489-CF46-4450-8872-E75D9479CDA6}" presName="composite" presStyleCnt="0"/>
      <dgm:spPr bwMode="auto"/>
    </dgm:pt>
    <dgm:pt modelId="{A5B5FF3E-864F-4F3C-98F7-C4225F46748E}" type="pres">
      <dgm:prSet custLinFactX="-52961" presAssocID="{404DA489-CF46-4450-8872-E75D9479CDA6}" presName="imgShp" presStyleLbl="fgImgPlace1" presStyleIdx="2" presStyleCnt="3"/>
      <dgm:spPr bwMode="auto">
        <a:blipFill rotWithShape="1">
          <a:blip r:embed="rId3"/>
          <a:srcRect l="0" t="0" r="0" b="0"/>
        </a:blipFill>
      </dgm:spPr>
    </dgm:pt>
    <dgm:pt modelId="{DA4AE660-124D-4407-A947-DB0838DAED1C}" type="pres">
      <dgm:prSet presAssocID="{404DA489-CF46-4450-8872-E75D9479CDA6}" presName="txShp" presStyleLbl="node1" presStyleIdx="2" presStyleCnt="3">
        <dgm:presLayoutVars>
          <dgm:bulletEnabled val="1"/>
        </dgm:presLayoutVars>
      </dgm:prSet>
      <dgm:spPr bwMode="auto"/>
    </dgm:pt>
  </dgm:ptLst>
  <dgm:cxnLst>
    <dgm:cxn modelId="{C9E27410-AEAD-4219-93D8-3E2C10243099}" type="presOf" srcId="{74154247-96FE-4A7C-B4F2-BB9D29A9A008}" destId="{ABB4641E-3086-4183-A83E-5A74D3F8586A}" srcOrd="0" destOrd="0" presId="urn:microsoft.com/office/officeart/2005/8/layout/vList3"/>
    <dgm:cxn modelId="{73E32322-F221-495C-A2E3-8A50E8A62743}" type="presOf" srcId="{10311E21-2BB3-442D-8445-C6CE1D6CAFB1}" destId="{7F46C03F-0E41-4A02-9C45-31706F63B077}" srcOrd="0" destOrd="0" presId="urn:microsoft.com/office/officeart/2005/8/layout/vList3"/>
    <dgm:cxn modelId="{A9834029-F754-440A-8790-FD149FC8F9A8}" type="presOf" srcId="{D661BDEE-6C27-47E8-942B-4A4266DF38F3}" destId="{A94774B3-FBAE-4636-922D-B5C581B020C3}" srcOrd="0" destOrd="0" presId="urn:microsoft.com/office/officeart/2005/8/layout/vList3"/>
    <dgm:cxn modelId="{AC94D99F-46F2-4238-A14C-3AF0FCC366E1}" type="presOf" srcId="{404DA489-CF46-4450-8872-E75D9479CDA6}" destId="{DA4AE660-124D-4407-A947-DB0838DAED1C}" srcOrd="0" destOrd="0" presId="urn:microsoft.com/office/officeart/2005/8/layout/vList3"/>
    <dgm:cxn modelId="{26290EB4-EC14-4988-9953-3725242B3E84}" type="parOf" srcId="{D661BDEE-6C27-47E8-942B-4A4266DF38F3}" destId="{404DA489-CF46-4450-8872-E75D9479CDA6}" srcOrd="2" destOrd="0" parTransId="{D77D4358-AAB3-4C26-81F2-F4A586CD49A1}" sibTransId="{941A6C0E-7DE9-4B82-BBD2-C94D73525002}"/>
    <dgm:cxn modelId="{6C25B2B9-140C-46E7-B866-6F5F446E17A1}" type="parOf" srcId="{D661BDEE-6C27-47E8-942B-4A4266DF38F3}" destId="{10311E21-2BB3-442D-8445-C6CE1D6CAFB1}" srcOrd="1" destOrd="0" parTransId="{80A180FE-281B-4FCE-8865-A6432D4A9C7C}" sibTransId="{2EDFFE38-84AB-416F-BBB6-08F40D9086B6}"/>
    <dgm:cxn modelId="{0B6CAECB-E5B7-40CD-8BC6-92EF686B7461}" type="parOf" srcId="{D661BDEE-6C27-47E8-942B-4A4266DF38F3}" destId="{74154247-96FE-4A7C-B4F2-BB9D29A9A008}" srcOrd="0" destOrd="0" parTransId="{C7C39EF2-94EC-4C6F-802C-5A155B1E749C}" sibTransId="{5296F743-7B93-4303-B1E6-0EB57862A76C}"/>
    <dgm:cxn modelId="{DFB1C369-BADA-4343-8AD4-233D03AB4E09}" type="presParOf" srcId="{A94774B3-FBAE-4636-922D-B5C581B020C3}" destId="{6BD07645-F23E-4354-AA5F-ABB5AAEF2CE9}" srcOrd="0" destOrd="0" presId="urn:microsoft.com/office/officeart/2005/8/layout/vList3"/>
    <dgm:cxn modelId="{17923468-F6EA-4C60-A6EC-459F6EA6718A}" type="presParOf" srcId="{6BD07645-F23E-4354-AA5F-ABB5AAEF2CE9}" destId="{082946DB-64BE-4956-A1E2-766551FCD212}" srcOrd="0" destOrd="0" presId="urn:microsoft.com/office/officeart/2005/8/layout/vList3"/>
    <dgm:cxn modelId="{28BF824F-7CD7-42EE-A154-1986421E4E17}" type="presParOf" srcId="{6BD07645-F23E-4354-AA5F-ABB5AAEF2CE9}" destId="{ABB4641E-3086-4183-A83E-5A74D3F8586A}" srcOrd="1" destOrd="0" presId="urn:microsoft.com/office/officeart/2005/8/layout/vList3"/>
    <dgm:cxn modelId="{C0A2711F-9569-4A33-9432-895361FB46B1}" type="presParOf" srcId="{A94774B3-FBAE-4636-922D-B5C581B020C3}" destId="{B9560474-CC95-45D9-A6F2-E5B112A23F84}" srcOrd="1" destOrd="0" presId="urn:microsoft.com/office/officeart/2005/8/layout/vList3"/>
    <dgm:cxn modelId="{BF089E6C-DDF8-4E2A-97D6-06E595498B1A}" type="presParOf" srcId="{A94774B3-FBAE-4636-922D-B5C581B020C3}" destId="{D98ACE54-9F99-4A9E-B5A6-B91093317956}" srcOrd="2" destOrd="0" presId="urn:microsoft.com/office/officeart/2005/8/layout/vList3"/>
    <dgm:cxn modelId="{87D80349-0D3C-479E-9DC8-0F6AB6DB0ED0}" type="presParOf" srcId="{D98ACE54-9F99-4A9E-B5A6-B91093317956}" destId="{640623D1-3FCB-4EB8-A418-E2DB7BB82198}" srcOrd="0" destOrd="0" presId="urn:microsoft.com/office/officeart/2005/8/layout/vList3"/>
    <dgm:cxn modelId="{97615C54-76FD-4A0C-AAC3-D8E739F9D898}" type="presParOf" srcId="{D98ACE54-9F99-4A9E-B5A6-B91093317956}" destId="{7F46C03F-0E41-4A02-9C45-31706F63B077}" srcOrd="1" destOrd="0" presId="urn:microsoft.com/office/officeart/2005/8/layout/vList3"/>
    <dgm:cxn modelId="{F08541F1-A69D-4DB5-9FA4-1ED533CFE4B7}" type="presParOf" srcId="{A94774B3-FBAE-4636-922D-B5C581B020C3}" destId="{8C3034DB-23D8-4A61-B560-8EF102805AFD}" srcOrd="3" destOrd="0" presId="urn:microsoft.com/office/officeart/2005/8/layout/vList3"/>
    <dgm:cxn modelId="{6473ADF9-E2DE-4776-A02D-E6545024790F}" type="presParOf" srcId="{A94774B3-FBAE-4636-922D-B5C581B020C3}" destId="{D388513D-8C46-442C-B059-1EDBA223F13B}" srcOrd="4" destOrd="0" presId="urn:microsoft.com/office/officeart/2005/8/layout/vList3"/>
    <dgm:cxn modelId="{9992FCE5-74EA-47FB-8BE4-FD39A1127C0B}" type="presParOf" srcId="{D388513D-8C46-442C-B059-1EDBA223F13B}" destId="{A5B5FF3E-864F-4F3C-98F7-C4225F46748E}" srcOrd="0" destOrd="0" presId="urn:microsoft.com/office/officeart/2005/8/layout/vList3"/>
    <dgm:cxn modelId="{7B415EF5-B3BE-442A-A7F8-AE4B3889F1E5}" type="presParOf" srcId="{D388513D-8C46-442C-B059-1EDBA223F13B}" destId="{DA4AE660-124D-4407-A947-DB0838DAED1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E76292AD-FF1F-41F0-BB2F-3BD505A5502A}" type="doc">
      <dgm:prSet loTypeId="urn:microsoft.com/office/officeart/2005/8/layout/hList7" loCatId="process" qsTypeId="urn:microsoft.com/office/officeart/2005/8/quickstyle/simple1" qsCatId="simple" csTypeId="urn:microsoft.com/office/officeart/2005/8/colors/accent0_3" csCatId="mainScheme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AC854999-D897-4B38-BADF-EC43A24C8C19}" type="node">
      <dgm:prSet phldr="0" phldrT="[Text]"/>
      <dgm:spPr bwMode="auto"/>
      <dgm:t>
        <a:bodyPr/>
        <a:lstStyle/>
        <a:p>
          <a:pPr>
            <a:defRPr/>
          </a:pPr>
          <a:r>
            <a:rPr lang="en-US"/>
            <a:t>Instabilität</a:t>
          </a:r>
          <a:r>
            <a:rPr lang="en-US"/>
            <a:t> </a:t>
          </a:r>
          <a:r>
            <a:rPr lang="en-US"/>
            <a:t>bei</a:t>
          </a:r>
          <a:r>
            <a:rPr lang="en-US"/>
            <a:t> </a:t>
          </a:r>
          <a:r>
            <a:rPr lang="en-US"/>
            <a:t>Lastspitzen</a:t>
          </a:r>
          <a:endParaRPr lang="en-US"/>
        </a:p>
      </dgm:t>
    </dgm:pt>
    <dgm:pt modelId="{324672E3-20A9-4C5C-ACFC-24AD3A60096A}" type="parTrans" cxnId="{3A337039-EBAD-46D2-8FAB-72CA18FB3CE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B7CA7BD-35F1-4559-8356-A7CC9FC5A408}" type="sibTrans" cxnId="{3A337039-EBAD-46D2-8FAB-72CA18FB3CE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8F0C1CD-7FED-4448-A0F4-D6295040A60D}" type="node">
      <dgm:prSet phldr="0" phldrT="[Text]"/>
      <dgm:spPr bwMode="auto"/>
      <dgm:t>
        <a:bodyPr/>
        <a:lstStyle/>
        <a:p>
          <a:pPr>
            <a:defRPr/>
          </a:pPr>
          <a:r>
            <a:rPr lang="en-US"/>
            <a:t>Inkonsistente</a:t>
          </a:r>
          <a:r>
            <a:rPr lang="en-US"/>
            <a:t> Performance </a:t>
          </a:r>
          <a:r>
            <a:rPr lang="en-US"/>
            <a:t>im</a:t>
          </a:r>
          <a:r>
            <a:rPr lang="en-US"/>
            <a:t> </a:t>
          </a:r>
          <a:r>
            <a:rPr lang="en-US"/>
            <a:t>Tagesbetrieb</a:t>
          </a:r>
          <a:endParaRPr lang="en-US"/>
        </a:p>
      </dgm:t>
    </dgm:pt>
    <dgm:pt modelId="{A8C1D3BC-F827-459F-B467-916ABADDD881}" type="parTrans" cxnId="{93720F25-6865-4F40-B0B1-DC202622691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EA68F5B-DAD8-4D6B-A2D4-56232A11D1B3}" type="sibTrans" cxnId="{93720F25-6865-4F40-B0B1-DC202622691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4C15BF7-82BF-42D0-B228-BA020D60EC06}" type="node">
      <dgm:prSet phldr="0" phldrT="[Text]"/>
      <dgm:spPr bwMode="auto"/>
      <dgm:t>
        <a:bodyPr/>
        <a:lstStyle/>
        <a:p>
          <a:pPr>
            <a:defRPr/>
          </a:pPr>
          <a:r>
            <a:rPr lang="en-US"/>
            <a:t>Hoher </a:t>
          </a:r>
          <a:r>
            <a:rPr lang="en-US"/>
            <a:t>manueller</a:t>
          </a:r>
          <a:r>
            <a:rPr lang="en-US"/>
            <a:t> </a:t>
          </a:r>
          <a:r>
            <a:rPr lang="en-US"/>
            <a:t>Betriebs</a:t>
          </a:r>
          <a:r>
            <a:rPr lang="en-US"/>
            <a:t> – und </a:t>
          </a:r>
          <a:r>
            <a:rPr lang="en-US"/>
            <a:t>Wartungsaufwand</a:t>
          </a:r>
          <a:endParaRPr lang="en-US"/>
        </a:p>
      </dgm:t>
    </dgm:pt>
    <dgm:pt modelId="{47B8345C-A102-492C-B368-BBCB11F4AD05}" type="parTrans" cxnId="{65E091F7-0E7A-4948-B6FC-DDF173AC8BE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99C0873-0B9B-4A48-BC97-DDE1A8C00BD6}" type="sibTrans" cxnId="{65E091F7-0E7A-4948-B6FC-DDF173AC8BE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91CEA25-B748-4F41-B8C7-124844DDE067}" type="node">
      <dgm:prSet/>
      <dgm:spPr bwMode="auto"/>
      <dgm:t>
        <a:bodyPr/>
        <a:lstStyle/>
        <a:p>
          <a:pPr>
            <a:defRPr/>
          </a:pPr>
          <a:r>
            <a:rPr lang="en-US"/>
            <a:t>Erhöhte</a:t>
          </a:r>
          <a:r>
            <a:rPr lang="en-US"/>
            <a:t> </a:t>
          </a:r>
          <a:r>
            <a:rPr lang="en-US"/>
            <a:t>Risiken</a:t>
          </a:r>
          <a:r>
            <a:rPr lang="en-US"/>
            <a:t> </a:t>
          </a:r>
          <a:r>
            <a:rPr lang="en-US"/>
            <a:t>bei</a:t>
          </a:r>
          <a:r>
            <a:rPr lang="en-US"/>
            <a:t> </a:t>
          </a:r>
          <a:r>
            <a:rPr lang="en-US"/>
            <a:t>Datenqualität</a:t>
          </a:r>
          <a:r>
            <a:rPr lang="en-US"/>
            <a:t>, Sicherheit und Compliance</a:t>
          </a:r>
          <a:endParaRPr/>
        </a:p>
      </dgm:t>
    </dgm:pt>
    <dgm:pt modelId="{5FE72B8F-3F83-49F8-88C8-46E8707E6B83}" type="parTrans" cxnId="{5614E05F-0C6F-4D52-86D2-97E8DC87E0E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77A245A-F7C0-4DDC-8DF0-E91CFB62C478}" type="sibTrans" cxnId="{5614E05F-0C6F-4D52-86D2-97E8DC87E0E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4238CD6-703B-45A9-936E-915F6C515C30}" type="node">
      <dgm:prSet/>
      <dgm:spPr bwMode="auto"/>
      <dgm:t>
        <a:bodyPr/>
        <a:lstStyle/>
        <a:p>
          <a:pPr>
            <a:defRPr/>
          </a:pPr>
          <a:r>
            <a:rPr lang="en-US"/>
            <a:t>Bregrenzte</a:t>
          </a:r>
          <a:r>
            <a:rPr lang="en-US"/>
            <a:t> Weiter-</a:t>
          </a:r>
          <a:endParaRPr/>
        </a:p>
        <a:p>
          <a:pPr>
            <a:defRPr/>
          </a:pPr>
          <a:r>
            <a:rPr lang="en-US"/>
            <a:t>Entwicklungfähigkeit</a:t>
          </a:r>
          <a:endParaRPr lang="en-US"/>
        </a:p>
        <a:p>
          <a:pPr>
            <a:defRPr/>
          </a:pPr>
          <a:r>
            <a:rPr lang="en-US"/>
            <a:t>&amp; </a:t>
          </a:r>
          <a:r>
            <a:rPr lang="en-US"/>
            <a:t>Planbarkeit</a:t>
          </a:r>
          <a:endParaRPr lang="en-US"/>
        </a:p>
      </dgm:t>
    </dgm:pt>
    <dgm:pt modelId="{B5358F89-FCD5-44AA-89EC-5DF96E5F7A9C}" type="parTrans" cxnId="{1DD2E2F1-547A-4088-8823-A3265030186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4009D14-7F3F-47C1-999F-33ED511B87AA}" type="sibTrans" cxnId="{1DD2E2F1-547A-4088-8823-A3265030186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157CCE7-2F77-4E12-8DBA-87CE1B0F4845}" type="node">
      <dgm:prSet/>
      <dgm:spPr bwMode="auto"/>
      <dgm:t>
        <a:bodyPr/>
        <a:lstStyle/>
        <a:p>
          <a:pPr>
            <a:defRPr/>
          </a:pPr>
          <a:r>
            <a:rPr lang="en-US"/>
            <a:t>Eingeschränkte</a:t>
          </a:r>
          <a:r>
            <a:rPr lang="en-US"/>
            <a:t> </a:t>
          </a:r>
          <a:r>
            <a:rPr lang="en-US"/>
            <a:t>Transparenz</a:t>
          </a:r>
          <a:r>
            <a:rPr lang="en-US"/>
            <a:t> &amp; </a:t>
          </a:r>
          <a:r>
            <a:rPr lang="en-US">
              <a:latin typeface="Arial"/>
            </a:rPr>
            <a:t>Reaktionsfähigkeit</a:t>
          </a:r>
          <a:endParaRPr lang="en-US"/>
        </a:p>
      </dgm:t>
    </dgm:pt>
    <dgm:pt modelId="{1AA50474-54A3-4FD1-9F94-B11A5B939D2A}" type="sibTrans" cxnId="{258390D3-0EB2-4E04-8603-28541BC59F6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9357186-4E76-4AC5-B45B-6416A7CB475C}" type="parTrans" cxnId="{258390D3-0EB2-4E04-8603-28541BC59F6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FB9738B-585A-45D9-AB04-431C1D6FCCB4}" type="pres">
      <dgm:prSet presAssocID="{E76292AD-FF1F-41F0-BB2F-3BD505A5502A}" presName="Name0" presStyleCnt="0">
        <dgm:presLayoutVars>
          <dgm:dir val="norm"/>
          <dgm:resizeHandles val="exact"/>
        </dgm:presLayoutVars>
      </dgm:prSet>
      <dgm:spPr bwMode="auto"/>
    </dgm:pt>
    <dgm:pt modelId="{943BD1A7-71D6-4AA2-A54D-ACF39382283E}" type="pres">
      <dgm:prSet presAssocID="{E76292AD-FF1F-41F0-BB2F-3BD505A5502A}" presName="fgShape" presStyleLbl="fgShp" presStyleIdx="0" presStyleCnt="1"/>
      <dgm:spPr bwMode="auto"/>
    </dgm:pt>
    <dgm:pt modelId="{13AA013B-D297-4C3B-938B-3729E225349D}" type="pres">
      <dgm:prSet presAssocID="{E76292AD-FF1F-41F0-BB2F-3BD505A5502A}" presName="linComp" presStyleCnt="0"/>
      <dgm:spPr bwMode="auto"/>
    </dgm:pt>
    <dgm:pt modelId="{5EE888D2-ACE2-4221-AFE0-7E6A1530ED21}" type="pres">
      <dgm:prSet presAssocID="{AC854999-D897-4B38-BADF-EC43A24C8C19}" presName="compNode" presStyleCnt="0"/>
      <dgm:spPr bwMode="auto"/>
    </dgm:pt>
    <dgm:pt modelId="{45DB24E4-AD34-4617-90A9-EA22C776EF58}" type="pres">
      <dgm:prSet presAssocID="{AC854999-D897-4B38-BADF-EC43A24C8C19}" presName="bkgdShape" presStyleLbl="node1" presStyleIdx="0" presStyleCnt="6"/>
      <dgm:spPr bwMode="auto"/>
    </dgm:pt>
    <dgm:pt modelId="{492D55A0-9141-4AF8-A031-F5BFE73C4DAE}" type="pres">
      <dgm:prSet presAssocID="{AC854999-D897-4B38-BADF-EC43A24C8C19}" presName="nodeTx" presStyleLbl="node1" presStyleIdx="0" presStyleCnt="6">
        <dgm:presLayoutVars>
          <dgm:bulletEnabled val="1"/>
        </dgm:presLayoutVars>
      </dgm:prSet>
      <dgm:spPr bwMode="auto"/>
    </dgm:pt>
    <dgm:pt modelId="{2E8447F6-F036-452C-9125-05F2868AC575}" type="pres">
      <dgm:prSet presAssocID="{AC854999-D897-4B38-BADF-EC43A24C8C19}" presName="invisiNode" presStyleLbl="node1" presStyleIdx="0" presStyleCnt="6"/>
      <dgm:spPr bwMode="auto"/>
    </dgm:pt>
    <dgm:pt modelId="{A7C1E465-30C8-4A44-959B-783AE738A3D4}" type="pres">
      <dgm:prSet presAssocID="{AC854999-D897-4B38-BADF-EC43A24C8C19}" presName="imagNode" presStyleLbl="fgImgPlace1" presStyleIdx="0" presStyleCnt="6"/>
      <dgm:spPr bwMode="auto">
        <a:blipFill rotWithShape="1">
          <a:blip r:embed="rId1"/>
          <a:stretch/>
        </a:blipFill>
      </dgm:spPr>
    </dgm:pt>
    <dgm:pt modelId="{A71CA7C2-C7AD-4262-A666-700FA34CAEA8}" type="pres">
      <dgm:prSet presAssocID="{DB7CA7BD-35F1-4559-8356-A7CC9FC5A408}" presName="sibTrans" presStyleLbl="sibTrans2D1" presStyleIdx="0" presStyleCnt="0"/>
      <dgm:spPr bwMode="auto"/>
    </dgm:pt>
    <dgm:pt modelId="{EF5F0E4C-1D4E-4AA1-9DCB-6AE294371CDC}" type="pres">
      <dgm:prSet presAssocID="{08F0C1CD-7FED-4448-A0F4-D6295040A60D}" presName="compNode" presStyleCnt="0"/>
      <dgm:spPr bwMode="auto"/>
    </dgm:pt>
    <dgm:pt modelId="{663E2461-6D80-4D33-A6BB-2E57EC29B1B8}" type="pres">
      <dgm:prSet presAssocID="{08F0C1CD-7FED-4448-A0F4-D6295040A60D}" presName="bkgdShape" presStyleLbl="node1" presStyleIdx="1" presStyleCnt="6"/>
      <dgm:spPr bwMode="auto"/>
    </dgm:pt>
    <dgm:pt modelId="{FB289336-F285-4194-90CD-9437E98B3AD0}" type="pres">
      <dgm:prSet presAssocID="{08F0C1CD-7FED-4448-A0F4-D6295040A60D}" presName="nodeTx" presStyleLbl="node1" presStyleIdx="1" presStyleCnt="6">
        <dgm:presLayoutVars>
          <dgm:bulletEnabled val="1"/>
        </dgm:presLayoutVars>
      </dgm:prSet>
      <dgm:spPr bwMode="auto"/>
    </dgm:pt>
    <dgm:pt modelId="{E2A67D5B-D7A0-47D1-8221-E2ECB34ED820}" type="pres">
      <dgm:prSet presAssocID="{08F0C1CD-7FED-4448-A0F4-D6295040A60D}" presName="invisiNode" presStyleLbl="node1" presStyleIdx="1" presStyleCnt="6"/>
      <dgm:spPr bwMode="auto"/>
    </dgm:pt>
    <dgm:pt modelId="{771F78DE-CE14-4A0E-A701-82FE826BFB6F}" type="pres">
      <dgm:prSet presAssocID="{08F0C1CD-7FED-4448-A0F4-D6295040A60D}" presName="imagNode" presStyleLbl="fgImgPlace1" presStyleIdx="1" presStyleCnt="6"/>
      <dgm:spPr bwMode="auto">
        <a:blipFill rotWithShape="1">
          <a:blip r:embed="rId2"/>
          <a:stretch/>
        </a:blipFill>
      </dgm:spPr>
    </dgm:pt>
    <dgm:pt modelId="{999711D2-4715-4E68-919C-515043A47AB3}" type="pres">
      <dgm:prSet presAssocID="{2EA68F5B-DAD8-4D6B-A2D4-56232A11D1B3}" presName="sibTrans" presStyleLbl="sibTrans2D1" presStyleIdx="0" presStyleCnt="0"/>
      <dgm:spPr bwMode="auto"/>
    </dgm:pt>
    <dgm:pt modelId="{E704C049-50E6-4970-8A21-38C7D11828B6}" type="pres">
      <dgm:prSet presAssocID="{E4C15BF7-82BF-42D0-B228-BA020D60EC06}" presName="compNode" presStyleCnt="0"/>
      <dgm:spPr bwMode="auto"/>
    </dgm:pt>
    <dgm:pt modelId="{7129C12C-3F9E-40DE-8E74-401D95F68EF2}" type="pres">
      <dgm:prSet presAssocID="{E4C15BF7-82BF-42D0-B228-BA020D60EC06}" presName="bkgdShape" presStyleLbl="node1" presStyleIdx="2" presStyleCnt="6"/>
      <dgm:spPr bwMode="auto"/>
    </dgm:pt>
    <dgm:pt modelId="{7CB67955-A37E-47BC-8AAA-26623E837850}" type="pres">
      <dgm:prSet presAssocID="{E4C15BF7-82BF-42D0-B228-BA020D60EC06}" presName="nodeTx" presStyleLbl="node1" presStyleIdx="2" presStyleCnt="6">
        <dgm:presLayoutVars>
          <dgm:bulletEnabled val="1"/>
        </dgm:presLayoutVars>
      </dgm:prSet>
      <dgm:spPr bwMode="auto"/>
    </dgm:pt>
    <dgm:pt modelId="{365569C1-18DC-4B07-AB3D-D72EFBDA5E84}" type="pres">
      <dgm:prSet presAssocID="{E4C15BF7-82BF-42D0-B228-BA020D60EC06}" presName="invisiNode" presStyleLbl="node1" presStyleIdx="2" presStyleCnt="6"/>
      <dgm:spPr bwMode="auto"/>
    </dgm:pt>
    <dgm:pt modelId="{1F7431C4-5CED-4E92-B4B2-4AFE7E5CBCE5}" type="pres">
      <dgm:prSet presAssocID="{E4C15BF7-82BF-42D0-B228-BA020D60EC06}" presName="imagNode" presStyleLbl="fgImgPlace1" presStyleIdx="2" presStyleCnt="6"/>
      <dgm:spPr bwMode="auto">
        <a:blipFill rotWithShape="1">
          <a:blip r:embed="rId3"/>
          <a:stretch/>
        </a:blipFill>
      </dgm:spPr>
    </dgm:pt>
    <dgm:pt modelId="{A6BDE8DC-FDDF-4C6D-99D7-09ACCEF2DBD6}" type="pres">
      <dgm:prSet presAssocID="{D99C0873-0B9B-4A48-BC97-DDE1A8C00BD6}" presName="sibTrans" presStyleLbl="sibTrans2D1" presStyleIdx="0" presStyleCnt="0"/>
      <dgm:spPr bwMode="auto"/>
    </dgm:pt>
    <dgm:pt modelId="{AA12C9E0-E1BD-4574-8915-4572A40A4245}" type="pres">
      <dgm:prSet presAssocID="{6157CCE7-2F77-4E12-8DBA-87CE1B0F4845}" presName="compNode" presStyleCnt="0"/>
      <dgm:spPr bwMode="auto"/>
    </dgm:pt>
    <dgm:pt modelId="{983F09DC-EA17-4672-9577-F6AFE7F8F5F9}" type="pres">
      <dgm:prSet presAssocID="{6157CCE7-2F77-4E12-8DBA-87CE1B0F4845}" presName="bkgdShape" presStyleLbl="node1" presStyleIdx="3" presStyleCnt="6"/>
      <dgm:spPr bwMode="auto"/>
    </dgm:pt>
    <dgm:pt modelId="{8FCF6311-2493-4D6B-9C2B-B9B0CCDC3B23}" type="pres">
      <dgm:prSet presAssocID="{6157CCE7-2F77-4E12-8DBA-87CE1B0F4845}" presName="nodeTx" presStyleLbl="node1" presStyleIdx="3" presStyleCnt="6">
        <dgm:presLayoutVars>
          <dgm:bulletEnabled val="1"/>
        </dgm:presLayoutVars>
      </dgm:prSet>
      <dgm:spPr bwMode="auto"/>
    </dgm:pt>
    <dgm:pt modelId="{051FD1FE-02C0-46F8-9CE6-69F9464899E3}" type="pres">
      <dgm:prSet presAssocID="{6157CCE7-2F77-4E12-8DBA-87CE1B0F4845}" presName="invisiNode" presStyleLbl="node1" presStyleIdx="3" presStyleCnt="6"/>
      <dgm:spPr bwMode="auto"/>
    </dgm:pt>
    <dgm:pt modelId="{5DD34625-C285-4B4D-8DF2-284FB22CEBEA}" type="pres">
      <dgm:prSet presAssocID="{6157CCE7-2F77-4E12-8DBA-87CE1B0F4845}" presName="imagNode" presStyleLbl="fgImgPlace1" presStyleIdx="3" presStyleCnt="6"/>
      <dgm:spPr bwMode="auto">
        <a:blipFill rotWithShape="1">
          <a:blip r:embed="rId4"/>
          <a:stretch/>
        </a:blipFill>
      </dgm:spPr>
    </dgm:pt>
    <dgm:pt modelId="{5CE12B7C-4E3F-4461-A6E9-76DDC5DA820F}" type="pres">
      <dgm:prSet presAssocID="{1AA50474-54A3-4FD1-9F94-B11A5B939D2A}" presName="sibTrans" presStyleLbl="sibTrans2D1" presStyleIdx="0" presStyleCnt="0"/>
      <dgm:spPr bwMode="auto"/>
    </dgm:pt>
    <dgm:pt modelId="{E4F046A1-1F12-43AF-B392-C2E8715806F3}" type="pres">
      <dgm:prSet presAssocID="{C91CEA25-B748-4F41-B8C7-124844DDE067}" presName="compNode" presStyleCnt="0"/>
      <dgm:spPr bwMode="auto"/>
    </dgm:pt>
    <dgm:pt modelId="{518AADF3-D244-41B8-8CA8-FD3960FECD64}" type="pres">
      <dgm:prSet presAssocID="{C91CEA25-B748-4F41-B8C7-124844DDE067}" presName="bkgdShape" presStyleLbl="node1" presStyleIdx="4" presStyleCnt="6"/>
      <dgm:spPr bwMode="auto"/>
    </dgm:pt>
    <dgm:pt modelId="{0F2FE000-3F72-43F8-9F53-4DC1555C59C8}" type="pres">
      <dgm:prSet presAssocID="{C91CEA25-B748-4F41-B8C7-124844DDE067}" presName="nodeTx" presStyleLbl="node1" presStyleIdx="4" presStyleCnt="6">
        <dgm:presLayoutVars>
          <dgm:bulletEnabled val="1"/>
        </dgm:presLayoutVars>
      </dgm:prSet>
      <dgm:spPr bwMode="auto"/>
    </dgm:pt>
    <dgm:pt modelId="{A9718E48-A938-4F81-8481-EE7AA3338BD8}" type="pres">
      <dgm:prSet presAssocID="{C91CEA25-B748-4F41-B8C7-124844DDE067}" presName="invisiNode" presStyleLbl="node1" presStyleIdx="4" presStyleCnt="6"/>
      <dgm:spPr bwMode="auto"/>
    </dgm:pt>
    <dgm:pt modelId="{D2184A5D-17E6-43FF-A5BB-3636EF0C709B}" type="pres">
      <dgm:prSet presAssocID="{C91CEA25-B748-4F41-B8C7-124844DDE067}" presName="imagNode" presStyleLbl="fgImgPlace1" presStyleIdx="4" presStyleCnt="6"/>
      <dgm:spPr bwMode="auto">
        <a:blipFill rotWithShape="1">
          <a:blip r:embed="rId5"/>
          <a:stretch/>
        </a:blipFill>
      </dgm:spPr>
    </dgm:pt>
    <dgm:pt modelId="{128641E7-8E3F-41AD-9828-ACEFAAF7B8B1}" type="pres">
      <dgm:prSet presAssocID="{677A245A-F7C0-4DDC-8DF0-E91CFB62C478}" presName="sibTrans" presStyleLbl="sibTrans2D1" presStyleIdx="0" presStyleCnt="0"/>
      <dgm:spPr bwMode="auto"/>
    </dgm:pt>
    <dgm:pt modelId="{1B99D8CF-97F8-4E7A-A9C0-A626170F0C5D}" type="pres">
      <dgm:prSet presAssocID="{34238CD6-703B-45A9-936E-915F6C515C30}" presName="compNode" presStyleCnt="0"/>
      <dgm:spPr bwMode="auto"/>
    </dgm:pt>
    <dgm:pt modelId="{5F5F67E1-086A-4E80-AAAD-A9783D61B567}" type="pres">
      <dgm:prSet presAssocID="{34238CD6-703B-45A9-936E-915F6C515C30}" presName="bkgdShape" presStyleLbl="node1" presStyleIdx="5" presStyleCnt="6"/>
      <dgm:spPr bwMode="auto"/>
    </dgm:pt>
    <dgm:pt modelId="{B0C61F3F-B8DF-49B6-AC11-1FE65ACA86E6}" type="pres">
      <dgm:prSet presAssocID="{34238CD6-703B-45A9-936E-915F6C515C30}" presName="nodeTx" presStyleLbl="node1" presStyleIdx="5" presStyleCnt="6">
        <dgm:presLayoutVars>
          <dgm:bulletEnabled val="1"/>
        </dgm:presLayoutVars>
      </dgm:prSet>
      <dgm:spPr bwMode="auto"/>
    </dgm:pt>
    <dgm:pt modelId="{56A08BD8-C3B1-45C9-AAA1-7EAFB7A11974}" type="pres">
      <dgm:prSet presAssocID="{34238CD6-703B-45A9-936E-915F6C515C30}" presName="invisiNode" presStyleLbl="node1" presStyleIdx="5" presStyleCnt="6"/>
      <dgm:spPr bwMode="auto"/>
    </dgm:pt>
    <dgm:pt modelId="{32F5D57E-368C-4D29-910A-3064DCB2EA7E}" type="pres">
      <dgm:prSet presAssocID="{34238CD6-703B-45A9-936E-915F6C515C30}" presName="imagNode" presStyleLbl="fgImgPlace1" presStyleIdx="5" presStyleCnt="6"/>
      <dgm:spPr bwMode="auto">
        <a:blipFill rotWithShape="1">
          <a:blip r:embed="rId6"/>
          <a:stretch/>
        </a:blipFill>
      </dgm:spPr>
    </dgm:pt>
  </dgm:ptLst>
  <dgm:cxnLst>
    <dgm:cxn modelId="{39DA4204-CC51-4F91-B3E5-D800E98C7E88}" type="presOf" srcId="{08F0C1CD-7FED-4448-A0F4-D6295040A60D}" destId="{FB289336-F285-4194-90CD-9437E98B3AD0}" srcOrd="1" destOrd="0" presId="urn:microsoft.com/office/officeart/2005/8/layout/hList7"/>
    <dgm:cxn modelId="{1E67B90D-694E-40FB-A1D9-E4575A56B2F0}" type="presOf" srcId="{AC854999-D897-4B38-BADF-EC43A24C8C19}" destId="{45DB24E4-AD34-4617-90A9-EA22C776EF58}" srcOrd="0" destOrd="0" presId="urn:microsoft.com/office/officeart/2005/8/layout/hList7"/>
    <dgm:cxn modelId="{93720F25-6865-4F40-B0B1-DC2026226917}" type="parOf" srcId="{E76292AD-FF1F-41F0-BB2F-3BD505A5502A}" destId="{08F0C1CD-7FED-4448-A0F4-D6295040A60D}" srcOrd="1" destOrd="0" parTransId="{A8C1D3BC-F827-459F-B467-916ABADDD881}" sibTransId="{2EA68F5B-DAD8-4D6B-A2D4-56232A11D1B3}"/>
    <dgm:cxn modelId="{7B7B0038-30EC-4BCC-A41B-30B0A6DBF497}" type="presOf" srcId="{34238CD6-703B-45A9-936E-915F6C515C30}" destId="{5F5F67E1-086A-4E80-AAAD-A9783D61B567}" srcOrd="0" destOrd="0" presId="urn:microsoft.com/office/officeart/2005/8/layout/hList7"/>
    <dgm:cxn modelId="{3A337039-EBAD-46D2-8FAB-72CA18FB3CE7}" type="parOf" srcId="{E76292AD-FF1F-41F0-BB2F-3BD505A5502A}" destId="{AC854999-D897-4B38-BADF-EC43A24C8C19}" srcOrd="0" destOrd="0" parTransId="{324672E3-20A9-4C5C-ACFC-24AD3A60096A}" sibTransId="{DB7CA7BD-35F1-4559-8356-A7CC9FC5A408}"/>
    <dgm:cxn modelId="{66BA9F3A-453F-4904-BFEA-1FDF0B92BAD6}" type="presOf" srcId="{677A245A-F7C0-4DDC-8DF0-E91CFB62C478}" destId="{128641E7-8E3F-41AD-9828-ACEFAAF7B8B1}" srcOrd="0" destOrd="0" presId="urn:microsoft.com/office/officeart/2005/8/layout/hList7"/>
    <dgm:cxn modelId="{5226403D-1C7C-4923-952A-768A67D5588D}" type="presOf" srcId="{2EA68F5B-DAD8-4D6B-A2D4-56232A11D1B3}" destId="{999711D2-4715-4E68-919C-515043A47AB3}" srcOrd="0" destOrd="0" presId="urn:microsoft.com/office/officeart/2005/8/layout/hList7"/>
    <dgm:cxn modelId="{5614E05F-0C6F-4D52-86D2-97E8DC87E0E3}" type="parOf" srcId="{E76292AD-FF1F-41F0-BB2F-3BD505A5502A}" destId="{C91CEA25-B748-4F41-B8C7-124844DDE067}" srcOrd="4" destOrd="0" parTransId="{5FE72B8F-3F83-49F8-88C8-46E8707E6B83}" sibTransId="{677A245A-F7C0-4DDC-8DF0-E91CFB62C478}"/>
    <dgm:cxn modelId="{0F56F05F-86C2-4A21-80E3-FBD5F196E4BD}" type="presOf" srcId="{DB7CA7BD-35F1-4559-8356-A7CC9FC5A408}" destId="{A71CA7C2-C7AD-4262-A666-700FA34CAEA8}" srcOrd="0" destOrd="0" presId="urn:microsoft.com/office/officeart/2005/8/layout/hList7"/>
    <dgm:cxn modelId="{0CFCA560-04E5-43D6-A330-A6BBEFCC3A54}" type="presOf" srcId="{6157CCE7-2F77-4E12-8DBA-87CE1B0F4845}" destId="{8FCF6311-2493-4D6B-9C2B-B9B0CCDC3B23}" srcOrd="1" destOrd="0" presId="urn:microsoft.com/office/officeart/2005/8/layout/hList7"/>
    <dgm:cxn modelId="{4EE5DB65-02D0-4752-A1A3-56AA1DB56428}" type="presOf" srcId="{E76292AD-FF1F-41F0-BB2F-3BD505A5502A}" destId="{2FB9738B-585A-45D9-AB04-431C1D6FCCB4}" srcOrd="0" destOrd="0" presId="urn:microsoft.com/office/officeart/2005/8/layout/hList7"/>
    <dgm:cxn modelId="{5ED6654E-6F2E-4662-A20E-A3E47407FE69}" type="presOf" srcId="{E4C15BF7-82BF-42D0-B228-BA020D60EC06}" destId="{7CB67955-A37E-47BC-8AAA-26623E837850}" srcOrd="1" destOrd="0" presId="urn:microsoft.com/office/officeart/2005/8/layout/hList7"/>
    <dgm:cxn modelId="{44E60473-698A-450B-BD93-D163DCF18FA7}" type="presOf" srcId="{C91CEA25-B748-4F41-B8C7-124844DDE067}" destId="{518AADF3-D244-41B8-8CA8-FD3960FECD64}" srcOrd="0" destOrd="0" presId="urn:microsoft.com/office/officeart/2005/8/layout/hList7"/>
    <dgm:cxn modelId="{11292B9B-3CE8-406E-8723-F0F70146E761}" type="presOf" srcId="{C91CEA25-B748-4F41-B8C7-124844DDE067}" destId="{0F2FE000-3F72-43F8-9F53-4DC1555C59C8}" srcOrd="1" destOrd="0" presId="urn:microsoft.com/office/officeart/2005/8/layout/hList7"/>
    <dgm:cxn modelId="{0EF875A2-F52D-4A12-B52D-5EAFE414543D}" type="presOf" srcId="{08F0C1CD-7FED-4448-A0F4-D6295040A60D}" destId="{663E2461-6D80-4D33-A6BB-2E57EC29B1B8}" srcOrd="0" destOrd="0" presId="urn:microsoft.com/office/officeart/2005/8/layout/hList7"/>
    <dgm:cxn modelId="{003526B8-4B0C-4A05-A76D-0847D6A2AD58}" type="presOf" srcId="{D99C0873-0B9B-4A48-BC97-DDE1A8C00BD6}" destId="{A6BDE8DC-FDDF-4C6D-99D7-09ACCEF2DBD6}" srcOrd="0" destOrd="0" presId="urn:microsoft.com/office/officeart/2005/8/layout/hList7"/>
    <dgm:cxn modelId="{2DCF48CA-77D2-4751-964D-45529CB3700A}" type="presOf" srcId="{34238CD6-703B-45A9-936E-915F6C515C30}" destId="{B0C61F3F-B8DF-49B6-AC11-1FE65ACA86E6}" srcOrd="1" destOrd="0" presId="urn:microsoft.com/office/officeart/2005/8/layout/hList7"/>
    <dgm:cxn modelId="{258390D3-0EB2-4E04-8603-28541BC59F6D}" type="parOf" srcId="{E76292AD-FF1F-41F0-BB2F-3BD505A5502A}" destId="{6157CCE7-2F77-4E12-8DBA-87CE1B0F4845}" srcOrd="3" destOrd="0" parTransId="{69357186-4E76-4AC5-B45B-6416A7CB475C}" sibTransId="{1AA50474-54A3-4FD1-9F94-B11A5B939D2A}"/>
    <dgm:cxn modelId="{C4E38CDC-1266-4AE3-B7B4-C36777C76AC7}" type="presOf" srcId="{1AA50474-54A3-4FD1-9F94-B11A5B939D2A}" destId="{5CE12B7C-4E3F-4461-A6E9-76DDC5DA820F}" srcOrd="0" destOrd="0" presId="urn:microsoft.com/office/officeart/2005/8/layout/hList7"/>
    <dgm:cxn modelId="{380398E9-AA7A-4ADC-BC5D-CB42011A88E1}" type="presOf" srcId="{AC854999-D897-4B38-BADF-EC43A24C8C19}" destId="{492D55A0-9141-4AF8-A031-F5BFE73C4DAE}" srcOrd="1" destOrd="0" presId="urn:microsoft.com/office/officeart/2005/8/layout/hList7"/>
    <dgm:cxn modelId="{1DD2E2F1-547A-4088-8823-A32650301865}" type="parOf" srcId="{E76292AD-FF1F-41F0-BB2F-3BD505A5502A}" destId="{34238CD6-703B-45A9-936E-915F6C515C30}" srcOrd="5" destOrd="0" parTransId="{B5358F89-FCD5-44AA-89EC-5DF96E5F7A9C}" sibTransId="{D4009D14-7F3F-47C1-999F-33ED511B87AA}"/>
    <dgm:cxn modelId="{65E091F7-0E7A-4948-B6FC-DDF173AC8BE8}" type="parOf" srcId="{E76292AD-FF1F-41F0-BB2F-3BD505A5502A}" destId="{E4C15BF7-82BF-42D0-B228-BA020D60EC06}" srcOrd="2" destOrd="0" parTransId="{47B8345C-A102-492C-B368-BBCB11F4AD05}" sibTransId="{D99C0873-0B9B-4A48-BC97-DDE1A8C00BD6}"/>
    <dgm:cxn modelId="{9F8D4AFC-9F18-4D4B-9F5A-C04C01C4EF36}" type="presOf" srcId="{6157CCE7-2F77-4E12-8DBA-87CE1B0F4845}" destId="{983F09DC-EA17-4672-9577-F6AFE7F8F5F9}" srcOrd="0" destOrd="0" presId="urn:microsoft.com/office/officeart/2005/8/layout/hList7"/>
    <dgm:cxn modelId="{9AD370FE-5CF2-4C75-8E5D-A5E35F682BCA}" type="presOf" srcId="{E4C15BF7-82BF-42D0-B228-BA020D60EC06}" destId="{7129C12C-3F9E-40DE-8E74-401D95F68EF2}" srcOrd="0" destOrd="0" presId="urn:microsoft.com/office/officeart/2005/8/layout/hList7"/>
    <dgm:cxn modelId="{55FA63A5-08C8-4051-9EDC-6002BE7DF0AD}" type="presParOf" srcId="{2FB9738B-585A-45D9-AB04-431C1D6FCCB4}" destId="{943BD1A7-71D6-4AA2-A54D-ACF39382283E}" srcOrd="0" destOrd="0" presId="urn:microsoft.com/office/officeart/2005/8/layout/hList7"/>
    <dgm:cxn modelId="{A618D159-FACA-42C4-902A-6774113E161F}" type="presParOf" srcId="{2FB9738B-585A-45D9-AB04-431C1D6FCCB4}" destId="{13AA013B-D297-4C3B-938B-3729E225349D}" srcOrd="1" destOrd="0" presId="urn:microsoft.com/office/officeart/2005/8/layout/hList7"/>
    <dgm:cxn modelId="{FC93588D-1DA1-4424-9B00-2F91D082F099}" type="presParOf" srcId="{13AA013B-D297-4C3B-938B-3729E225349D}" destId="{5EE888D2-ACE2-4221-AFE0-7E6A1530ED21}" srcOrd="0" destOrd="0" presId="urn:microsoft.com/office/officeart/2005/8/layout/hList7"/>
    <dgm:cxn modelId="{E12131AD-E537-4840-9A99-D563E7C0B53F}" type="presParOf" srcId="{5EE888D2-ACE2-4221-AFE0-7E6A1530ED21}" destId="{45DB24E4-AD34-4617-90A9-EA22C776EF58}" srcOrd="0" destOrd="0" presId="urn:microsoft.com/office/officeart/2005/8/layout/hList7"/>
    <dgm:cxn modelId="{4B64574D-122B-4BAA-A737-8B5B2051D9F3}" type="presParOf" srcId="{5EE888D2-ACE2-4221-AFE0-7E6A1530ED21}" destId="{492D55A0-9141-4AF8-A031-F5BFE73C4DAE}" srcOrd="1" destOrd="0" presId="urn:microsoft.com/office/officeart/2005/8/layout/hList7"/>
    <dgm:cxn modelId="{C53F6591-8F90-4068-A63B-E3A929743575}" type="presParOf" srcId="{5EE888D2-ACE2-4221-AFE0-7E6A1530ED21}" destId="{2E8447F6-F036-452C-9125-05F2868AC575}" srcOrd="2" destOrd="0" presId="urn:microsoft.com/office/officeart/2005/8/layout/hList7"/>
    <dgm:cxn modelId="{3A5CAD93-9E1B-4D9C-8EDA-698BB1E78754}" type="presParOf" srcId="{5EE888D2-ACE2-4221-AFE0-7E6A1530ED21}" destId="{A7C1E465-30C8-4A44-959B-783AE738A3D4}" srcOrd="3" destOrd="0" presId="urn:microsoft.com/office/officeart/2005/8/layout/hList7"/>
    <dgm:cxn modelId="{ECF9CDAE-5D2E-4AD6-8501-4B66FF70D8DC}" type="presParOf" srcId="{13AA013B-D297-4C3B-938B-3729E225349D}" destId="{A71CA7C2-C7AD-4262-A666-700FA34CAEA8}" srcOrd="1" destOrd="0" presId="urn:microsoft.com/office/officeart/2005/8/layout/hList7"/>
    <dgm:cxn modelId="{FC369CA6-8A4C-42AD-A55C-B05308230494}" type="presParOf" srcId="{13AA013B-D297-4C3B-938B-3729E225349D}" destId="{EF5F0E4C-1D4E-4AA1-9DCB-6AE294371CDC}" srcOrd="2" destOrd="0" presId="urn:microsoft.com/office/officeart/2005/8/layout/hList7"/>
    <dgm:cxn modelId="{96D3775E-D425-4F2F-B628-0CE3E249FEA6}" type="presParOf" srcId="{EF5F0E4C-1D4E-4AA1-9DCB-6AE294371CDC}" destId="{663E2461-6D80-4D33-A6BB-2E57EC29B1B8}" srcOrd="0" destOrd="0" presId="urn:microsoft.com/office/officeart/2005/8/layout/hList7"/>
    <dgm:cxn modelId="{87295C47-1BBA-4961-9E08-2866663351F9}" type="presParOf" srcId="{EF5F0E4C-1D4E-4AA1-9DCB-6AE294371CDC}" destId="{FB289336-F285-4194-90CD-9437E98B3AD0}" srcOrd="1" destOrd="0" presId="urn:microsoft.com/office/officeart/2005/8/layout/hList7"/>
    <dgm:cxn modelId="{AC2DEAD4-3035-4D7C-982F-56BBDEA4743B}" type="presParOf" srcId="{EF5F0E4C-1D4E-4AA1-9DCB-6AE294371CDC}" destId="{E2A67D5B-D7A0-47D1-8221-E2ECB34ED820}" srcOrd="2" destOrd="0" presId="urn:microsoft.com/office/officeart/2005/8/layout/hList7"/>
    <dgm:cxn modelId="{A23B3F33-8D01-4848-9FBA-790854E82618}" type="presParOf" srcId="{EF5F0E4C-1D4E-4AA1-9DCB-6AE294371CDC}" destId="{771F78DE-CE14-4A0E-A701-82FE826BFB6F}" srcOrd="3" destOrd="0" presId="urn:microsoft.com/office/officeart/2005/8/layout/hList7"/>
    <dgm:cxn modelId="{20FA4FCE-1B06-4AEA-95BA-6BC87EAA3EFD}" type="presParOf" srcId="{13AA013B-D297-4C3B-938B-3729E225349D}" destId="{999711D2-4715-4E68-919C-515043A47AB3}" srcOrd="3" destOrd="0" presId="urn:microsoft.com/office/officeart/2005/8/layout/hList7"/>
    <dgm:cxn modelId="{CA73CF39-DFBE-48ED-B56A-44F9280C8E8C}" type="presParOf" srcId="{13AA013B-D297-4C3B-938B-3729E225349D}" destId="{E704C049-50E6-4970-8A21-38C7D11828B6}" srcOrd="4" destOrd="0" presId="urn:microsoft.com/office/officeart/2005/8/layout/hList7"/>
    <dgm:cxn modelId="{01FA7D64-65DC-4ACD-A0E7-A3F51642BEC3}" type="presParOf" srcId="{E704C049-50E6-4970-8A21-38C7D11828B6}" destId="{7129C12C-3F9E-40DE-8E74-401D95F68EF2}" srcOrd="0" destOrd="0" presId="urn:microsoft.com/office/officeart/2005/8/layout/hList7"/>
    <dgm:cxn modelId="{732C0FF5-1BE6-408D-807A-2C705DAF01FB}" type="presParOf" srcId="{E704C049-50E6-4970-8A21-38C7D11828B6}" destId="{7CB67955-A37E-47BC-8AAA-26623E837850}" srcOrd="1" destOrd="0" presId="urn:microsoft.com/office/officeart/2005/8/layout/hList7"/>
    <dgm:cxn modelId="{250A1C0C-8199-4711-99C0-F8F0E98E0917}" type="presParOf" srcId="{E704C049-50E6-4970-8A21-38C7D11828B6}" destId="{365569C1-18DC-4B07-AB3D-D72EFBDA5E84}" srcOrd="2" destOrd="0" presId="urn:microsoft.com/office/officeart/2005/8/layout/hList7"/>
    <dgm:cxn modelId="{79D186EB-A24A-4E4F-8A64-36CD350CCEAB}" type="presParOf" srcId="{E704C049-50E6-4970-8A21-38C7D11828B6}" destId="{1F7431C4-5CED-4E92-B4B2-4AFE7E5CBCE5}" srcOrd="3" destOrd="0" presId="urn:microsoft.com/office/officeart/2005/8/layout/hList7"/>
    <dgm:cxn modelId="{4117BF98-3138-4953-8294-833E70A1113D}" type="presParOf" srcId="{13AA013B-D297-4C3B-938B-3729E225349D}" destId="{A6BDE8DC-FDDF-4C6D-99D7-09ACCEF2DBD6}" srcOrd="5" destOrd="0" presId="urn:microsoft.com/office/officeart/2005/8/layout/hList7"/>
    <dgm:cxn modelId="{B4D5D351-CE96-4E1F-A4C5-823EE19134B8}" type="presParOf" srcId="{13AA013B-D297-4C3B-938B-3729E225349D}" destId="{AA12C9E0-E1BD-4574-8915-4572A40A4245}" srcOrd="6" destOrd="0" presId="urn:microsoft.com/office/officeart/2005/8/layout/hList7"/>
    <dgm:cxn modelId="{A14373EA-C443-46D1-B3BC-4067659BD415}" type="presParOf" srcId="{AA12C9E0-E1BD-4574-8915-4572A40A4245}" destId="{983F09DC-EA17-4672-9577-F6AFE7F8F5F9}" srcOrd="0" destOrd="0" presId="urn:microsoft.com/office/officeart/2005/8/layout/hList7"/>
    <dgm:cxn modelId="{0AB58FAB-F1C6-44E9-83D0-AD1C03B3848C}" type="presParOf" srcId="{AA12C9E0-E1BD-4574-8915-4572A40A4245}" destId="{8FCF6311-2493-4D6B-9C2B-B9B0CCDC3B23}" srcOrd="1" destOrd="0" presId="urn:microsoft.com/office/officeart/2005/8/layout/hList7"/>
    <dgm:cxn modelId="{E9491917-5961-41AF-822F-35989825362E}" type="presParOf" srcId="{AA12C9E0-E1BD-4574-8915-4572A40A4245}" destId="{051FD1FE-02C0-46F8-9CE6-69F9464899E3}" srcOrd="2" destOrd="0" presId="urn:microsoft.com/office/officeart/2005/8/layout/hList7"/>
    <dgm:cxn modelId="{95D97F86-C3DF-47B3-9A73-008F58A276C6}" type="presParOf" srcId="{AA12C9E0-E1BD-4574-8915-4572A40A4245}" destId="{5DD34625-C285-4B4D-8DF2-284FB22CEBEA}" srcOrd="3" destOrd="0" presId="urn:microsoft.com/office/officeart/2005/8/layout/hList7"/>
    <dgm:cxn modelId="{FF8E458C-2262-4A00-8390-912C81BDD2F6}" type="presParOf" srcId="{13AA013B-D297-4C3B-938B-3729E225349D}" destId="{5CE12B7C-4E3F-4461-A6E9-76DDC5DA820F}" srcOrd="7" destOrd="0" presId="urn:microsoft.com/office/officeart/2005/8/layout/hList7"/>
    <dgm:cxn modelId="{E07908F0-932B-411F-8F13-4C02B8F7FAF2}" type="presParOf" srcId="{13AA013B-D297-4C3B-938B-3729E225349D}" destId="{E4F046A1-1F12-43AF-B392-C2E8715806F3}" srcOrd="8" destOrd="0" presId="urn:microsoft.com/office/officeart/2005/8/layout/hList7"/>
    <dgm:cxn modelId="{85C85E30-2679-4516-966E-4402BBE8C566}" type="presParOf" srcId="{E4F046A1-1F12-43AF-B392-C2E8715806F3}" destId="{518AADF3-D244-41B8-8CA8-FD3960FECD64}" srcOrd="0" destOrd="0" presId="urn:microsoft.com/office/officeart/2005/8/layout/hList7"/>
    <dgm:cxn modelId="{FE13B4CF-6380-40C6-941F-8067D3D17C0E}" type="presParOf" srcId="{E4F046A1-1F12-43AF-B392-C2E8715806F3}" destId="{0F2FE000-3F72-43F8-9F53-4DC1555C59C8}" srcOrd="1" destOrd="0" presId="urn:microsoft.com/office/officeart/2005/8/layout/hList7"/>
    <dgm:cxn modelId="{02A522CA-7D8A-4287-ACB1-B0BB4101CE9A}" type="presParOf" srcId="{E4F046A1-1F12-43AF-B392-C2E8715806F3}" destId="{A9718E48-A938-4F81-8481-EE7AA3338BD8}" srcOrd="2" destOrd="0" presId="urn:microsoft.com/office/officeart/2005/8/layout/hList7"/>
    <dgm:cxn modelId="{247D4DFE-E841-4CA1-8EE1-377728AEF103}" type="presParOf" srcId="{E4F046A1-1F12-43AF-B392-C2E8715806F3}" destId="{D2184A5D-17E6-43FF-A5BB-3636EF0C709B}" srcOrd="3" destOrd="0" presId="urn:microsoft.com/office/officeart/2005/8/layout/hList7"/>
    <dgm:cxn modelId="{9D395188-2BAC-4B7F-AB59-7EC198B1B0BB}" type="presParOf" srcId="{13AA013B-D297-4C3B-938B-3729E225349D}" destId="{128641E7-8E3F-41AD-9828-ACEFAAF7B8B1}" srcOrd="9" destOrd="0" presId="urn:microsoft.com/office/officeart/2005/8/layout/hList7"/>
    <dgm:cxn modelId="{0EAF36EE-E6D2-410F-8EB8-78D8BA46921D}" type="presParOf" srcId="{13AA013B-D297-4C3B-938B-3729E225349D}" destId="{1B99D8CF-97F8-4E7A-A9C0-A626170F0C5D}" srcOrd="10" destOrd="0" presId="urn:microsoft.com/office/officeart/2005/8/layout/hList7"/>
    <dgm:cxn modelId="{6091CB8A-9E1B-4445-930A-3B7C63B393A9}" type="presParOf" srcId="{1B99D8CF-97F8-4E7A-A9C0-A626170F0C5D}" destId="{5F5F67E1-086A-4E80-AAAD-A9783D61B567}" srcOrd="0" destOrd="0" presId="urn:microsoft.com/office/officeart/2005/8/layout/hList7"/>
    <dgm:cxn modelId="{7DA4F5F8-9CBE-4A9D-B6EF-C7A29136399E}" type="presParOf" srcId="{1B99D8CF-97F8-4E7A-A9C0-A626170F0C5D}" destId="{B0C61F3F-B8DF-49B6-AC11-1FE65ACA86E6}" srcOrd="1" destOrd="0" presId="urn:microsoft.com/office/officeart/2005/8/layout/hList7"/>
    <dgm:cxn modelId="{7A205639-03AC-4501-8C4F-0F42DAE7428B}" type="presParOf" srcId="{1B99D8CF-97F8-4E7A-A9C0-A626170F0C5D}" destId="{56A08BD8-C3B1-45C9-AAA1-7EAFB7A11974}" srcOrd="2" destOrd="0" presId="urn:microsoft.com/office/officeart/2005/8/layout/hList7"/>
    <dgm:cxn modelId="{B1EF704D-CE71-426E-B7EF-C1E614779924}" type="presParOf" srcId="{1B99D8CF-97F8-4E7A-A9C0-A626170F0C5D}" destId="{32F5D57E-368C-4D29-910A-3064DCB2EA7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3AB71CD0-3AD2-4AED-9DD9-C4B7F706EA71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A86533A3-F99A-469A-9DE5-23834E6B2F84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881"/>
            </a:spcAft>
            <a:defRPr/>
          </a:pP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Betrieb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 und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 Alltagstaug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-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lichkeit</a:t>
          </a:r>
          <a:endParaRPr b="0" i="0" u="none" strike="noStrike" cap="none" spc="0">
            <a:solidFill>
              <a:schemeClr val="dk1"/>
            </a:solidFill>
            <a:latin typeface="Times New Roman"/>
            <a:cs typeface="Times New Roman"/>
          </a:endParaRPr>
        </a:p>
      </dgm:t>
    </dgm:pt>
    <dgm:pt modelId="{07576FFE-B6FD-4A15-96E9-F6624B3709F5}" type="parTrans" cxnId="{989F746B-112A-45F9-B790-DDE94F42E623}">
      <dgm:prSet/>
      <dgm:spPr bwMode="auto"/>
      <dgm:t>
        <a:bodyPr/>
        <a:lstStyle/>
        <a:p>
          <a:pPr>
            <a:defRPr/>
          </a:pPr>
          <a:endParaRPr/>
        </a:p>
      </dgm:t>
    </dgm:pt>
    <dgm:pt modelId="{FE2DCD4A-CCAB-47DE-B56A-D576F92E74BD}" type="sibTrans" cxnId="{989F746B-112A-45F9-B790-DDE94F42E623}">
      <dgm:prSet/>
      <dgm:spPr bwMode="auto"/>
      <dgm:t>
        <a:bodyPr/>
        <a:lstStyle/>
        <a:p>
          <a:pPr>
            <a:defRPr/>
          </a:pPr>
          <a:endParaRPr/>
        </a:p>
      </dgm:t>
    </dgm:pt>
    <dgm:pt modelId="{96B01C2B-4C87-49BF-9967-BED2F02DCF8C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839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Unterbrechungsfreie Updates</a:t>
          </a:r>
          <a:endParaRPr/>
        </a:p>
      </dgm:t>
    </dgm:pt>
    <dgm:pt modelId="{E0D8E42F-CA1A-4E3E-AD29-535436A554E7}" type="parTrans" cxnId="{F9E5DBD3-346A-4FAF-A95C-4F2C69290429}">
      <dgm:prSet/>
      <dgm:spPr bwMode="auto"/>
      <dgm:t>
        <a:bodyPr/>
        <a:lstStyle/>
        <a:p>
          <a:pPr>
            <a:defRPr/>
          </a:pPr>
          <a:endParaRPr/>
        </a:p>
      </dgm:t>
    </dgm:pt>
    <dgm:pt modelId="{288A02D8-4800-4371-88B0-F6DE28BD40FD}" type="sibTrans" cxnId="{F9E5DBD3-346A-4FAF-A95C-4F2C69290429}">
      <dgm:prSet/>
      <dgm:spPr bwMode="auto"/>
      <dgm:t>
        <a:bodyPr/>
        <a:lstStyle/>
        <a:p>
          <a:pPr>
            <a:defRPr/>
          </a:pPr>
          <a:endParaRPr/>
        </a:p>
      </dgm:t>
    </dgm:pt>
    <dgm:pt modelId="{5E954803-91FF-4B1B-B817-D810D7877EDF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839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Vereinfachte/ Automatisierte Wartung durch predictive Maintenance</a:t>
          </a:r>
          <a:endParaRPr/>
        </a:p>
      </dgm:t>
    </dgm:pt>
    <dgm:pt modelId="{3E6C61E2-21F0-4BDF-8EA9-3B0E05575F4C}" type="parTrans" cxnId="{9D00AF19-4D07-4406-8EA5-D856C5CD8553}">
      <dgm:prSet/>
      <dgm:spPr bwMode="auto"/>
      <dgm:t>
        <a:bodyPr/>
        <a:lstStyle/>
        <a:p>
          <a:pPr>
            <a:defRPr/>
          </a:pPr>
          <a:endParaRPr/>
        </a:p>
      </dgm:t>
    </dgm:pt>
    <dgm:pt modelId="{DEB6AC8C-C10B-4B5A-8C0B-425C53F7145C}" type="sibTrans" cxnId="{9D00AF19-4D07-4406-8EA5-D856C5CD8553}">
      <dgm:prSet/>
      <dgm:spPr bwMode="auto"/>
      <dgm:t>
        <a:bodyPr/>
        <a:lstStyle/>
        <a:p>
          <a:pPr>
            <a:defRPr/>
          </a:pPr>
          <a:endParaRPr/>
        </a:p>
      </dgm:t>
    </dgm:pt>
    <dgm:pt modelId="{17DE910A-8FB2-44B2-94C8-ED197A6C2217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1385"/>
            </a:spcAft>
            <a:defRPr/>
          </a:pP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Stabilität 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und 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Verlässlich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keit</a:t>
          </a:r>
          <a:endParaRPr b="0" i="0" u="none" strike="noStrike" cap="none" spc="0">
            <a:solidFill>
              <a:schemeClr val="dk1"/>
            </a:solidFill>
            <a:latin typeface="Times New Roman"/>
            <a:cs typeface="Times New Roman"/>
          </a:endParaRPr>
        </a:p>
      </dgm:t>
    </dgm:pt>
    <dgm:pt modelId="{57B1EB17-A714-430D-BB67-42D0D9F0C7FD}" type="parTrans" cxnId="{C0EA3E49-24A6-40B7-8295-650D23185E10}">
      <dgm:prSet/>
      <dgm:spPr bwMode="auto"/>
      <dgm:t>
        <a:bodyPr/>
        <a:lstStyle/>
        <a:p>
          <a:pPr>
            <a:defRPr/>
          </a:pPr>
          <a:endParaRPr/>
        </a:p>
      </dgm:t>
    </dgm:pt>
    <dgm:pt modelId="{CD7A3471-E513-4492-BD91-035EE8EF3E21}" type="sibTrans" cxnId="{C0EA3E49-24A6-40B7-8295-650D23185E10}">
      <dgm:prSet/>
      <dgm:spPr bwMode="auto"/>
      <dgm:t>
        <a:bodyPr/>
        <a:lstStyle/>
        <a:p>
          <a:pPr>
            <a:defRPr/>
          </a:pPr>
          <a:endParaRPr/>
        </a:p>
      </dgm:t>
    </dgm:pt>
    <dgm:pt modelId="{F219A981-F3AC-470C-A546-9CD8717AB38F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839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Antwortzeit unter 1.5s	</a:t>
          </a:r>
          <a:endParaRPr/>
        </a:p>
      </dgm:t>
    </dgm:pt>
    <dgm:pt modelId="{B744AAE7-8FF9-48A2-9768-CAE956462E18}" type="parTrans" cxnId="{8511B7F6-7474-4642-AFBB-0A5E65F5AB26}">
      <dgm:prSet/>
      <dgm:spPr bwMode="auto"/>
      <dgm:t>
        <a:bodyPr/>
        <a:lstStyle/>
        <a:p>
          <a:pPr>
            <a:defRPr/>
          </a:pPr>
          <a:endParaRPr/>
        </a:p>
      </dgm:t>
    </dgm:pt>
    <dgm:pt modelId="{50061DE4-9E1B-4EFC-9CEC-A2941FF27139}" type="sibTrans" cxnId="{8511B7F6-7474-4642-AFBB-0A5E65F5AB26}">
      <dgm:prSet/>
      <dgm:spPr bwMode="auto"/>
      <dgm:t>
        <a:bodyPr/>
        <a:lstStyle/>
        <a:p>
          <a:pPr>
            <a:defRPr/>
          </a:pPr>
          <a:endParaRPr/>
        </a:p>
      </dgm:t>
    </dgm:pt>
    <dgm:pt modelId="{20AD3F62-0B9D-46C5-ADE4-634235A1F8EB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839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Verfügbarkeit bei stark schwankender Nutzung</a:t>
          </a:r>
          <a:endParaRPr/>
        </a:p>
      </dgm:t>
    </dgm:pt>
    <dgm:pt modelId="{394EEFAD-EAB2-4BA0-B9EE-413674C37E2A}" type="parTrans" cxnId="{E1DE9223-12D8-41DA-BCBE-9CE00D7C6962}">
      <dgm:prSet/>
      <dgm:spPr bwMode="auto"/>
      <dgm:t>
        <a:bodyPr/>
        <a:lstStyle/>
        <a:p>
          <a:pPr>
            <a:defRPr/>
          </a:pPr>
          <a:endParaRPr/>
        </a:p>
      </dgm:t>
    </dgm:pt>
    <dgm:pt modelId="{8E77BF48-AB2E-4AF8-8399-3218A73D2693}" type="sibTrans" cxnId="{E1DE9223-12D8-41DA-BCBE-9CE00D7C6962}">
      <dgm:prSet/>
      <dgm:spPr bwMode="auto"/>
      <dgm:t>
        <a:bodyPr/>
        <a:lstStyle/>
        <a:p>
          <a:pPr>
            <a:defRPr/>
          </a:pPr>
          <a:endParaRPr/>
        </a:p>
      </dgm:t>
    </dgm:pt>
    <dgm:pt modelId="{879EF6A0-0E06-4B6D-9C1A-52B7DAC55329}" type="pres">
      <dgm:prSet presAssocID="{3AB71CD0-3AD2-4AED-9DD9-C4B7F706EA71}" presName="diagram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</dgm:pt>
    <dgm:pt modelId="{B81E4534-CE10-47B2-9A08-6145DA78ED8F}" type="pres">
      <dgm:prSet presAssocID="{A86533A3-F99A-469A-9DE5-23834E6B2F84}" presName="root" presStyleCnt="0"/>
      <dgm:spPr bwMode="auto"/>
    </dgm:pt>
    <dgm:pt modelId="{28BC8878-AFF8-48FB-9D85-2FC3D74966C8}" type="pres">
      <dgm:prSet presAssocID="{A86533A3-F99A-469A-9DE5-23834E6B2F84}" presName="rootComposite" presStyleCnt="0"/>
      <dgm:spPr bwMode="auto"/>
    </dgm:pt>
    <dgm:pt modelId="{29DA656D-6078-4A42-BE45-23D88C636614}" type="pres">
      <dgm:prSet presAssocID="{A86533A3-F99A-469A-9DE5-23834E6B2F84}" presName="rootText" presStyleLbl="node1" presStyleIdx="0" presStyleCnt="2"/>
      <dgm:spPr bwMode="auto"/>
    </dgm:pt>
    <dgm:pt modelId="{1DE33CEE-F70D-406E-98B8-F7DAD5A82D1A}" type="pres">
      <dgm:prSet presAssocID="{A86533A3-F99A-469A-9DE5-23834E6B2F84}" presName="rootConnector" presStyleLbl="node1" presStyleIdx="0" presStyleCnt="2"/>
      <dgm:spPr bwMode="auto"/>
    </dgm:pt>
    <dgm:pt modelId="{AE818C48-D214-47B1-AF6A-8C043EB7E956}" type="pres">
      <dgm:prSet presAssocID="{A86533A3-F99A-469A-9DE5-23834E6B2F84}" presName="childShape" presStyleCnt="0"/>
      <dgm:spPr bwMode="auto"/>
    </dgm:pt>
    <dgm:pt modelId="{18BB8177-E807-49E5-B33E-A8E2E3E8CB74}" type="pres">
      <dgm:prSet presAssocID="{E0D8E42F-CA1A-4E3E-AD29-535436A554E7}" presName="Name13" presStyleLbl="parChTrans1D2" presStyleIdx="0" presStyleCnt="4"/>
      <dgm:spPr bwMode="auto"/>
    </dgm:pt>
    <dgm:pt modelId="{629E8F5C-7D3B-4C9D-B064-42EE3C40E960}" type="pres">
      <dgm:prSet presAssocID="{96B01C2B-4C87-49BF-9967-BED2F02DCF8C}" presName="childText" presStyleLbl="bgAcc1" presStyleIdx="0" presStyleCnt="4">
        <dgm:presLayoutVars>
          <dgm:bulletEnabled val="1"/>
        </dgm:presLayoutVars>
      </dgm:prSet>
      <dgm:spPr bwMode="auto"/>
    </dgm:pt>
    <dgm:pt modelId="{39AAE393-AA5E-486F-944F-7C18F8F5B985}" type="pres">
      <dgm:prSet presAssocID="{3E6C61E2-21F0-4BDF-8EA9-3B0E05575F4C}" presName="Name13" presStyleLbl="parChTrans1D2" presStyleIdx="1" presStyleCnt="4"/>
      <dgm:spPr bwMode="auto"/>
    </dgm:pt>
    <dgm:pt modelId="{18EDC266-84AF-45F7-B129-AEAFFD90D89D}" type="pres">
      <dgm:prSet presAssocID="{5E954803-91FF-4B1B-B817-D810D7877EDF}" presName="childText" presStyleLbl="bgAcc1" presStyleIdx="1" presStyleCnt="4">
        <dgm:presLayoutVars>
          <dgm:bulletEnabled val="1"/>
        </dgm:presLayoutVars>
      </dgm:prSet>
      <dgm:spPr bwMode="auto"/>
    </dgm:pt>
    <dgm:pt modelId="{BE1072E3-7249-42C8-8B6F-B763A27C14FA}" type="pres">
      <dgm:prSet presAssocID="{17DE910A-8FB2-44B2-94C8-ED197A6C2217}" presName="root" presStyleCnt="0"/>
      <dgm:spPr bwMode="auto"/>
    </dgm:pt>
    <dgm:pt modelId="{4E208396-D2EA-4E1C-AE52-B70CC81903EA}" type="pres">
      <dgm:prSet presAssocID="{17DE910A-8FB2-44B2-94C8-ED197A6C2217}" presName="rootComposite" presStyleCnt="0"/>
      <dgm:spPr bwMode="auto"/>
    </dgm:pt>
    <dgm:pt modelId="{898A3778-FD36-4460-AD6D-82D5982E3044}" type="pres">
      <dgm:prSet presAssocID="{17DE910A-8FB2-44B2-94C8-ED197A6C2217}" presName="rootText" presStyleLbl="node1" presStyleIdx="1" presStyleCnt="2"/>
      <dgm:spPr bwMode="auto"/>
    </dgm:pt>
    <dgm:pt modelId="{CA1F16A1-4142-4B5A-82F5-A2F51FE040AD}" type="pres">
      <dgm:prSet presAssocID="{17DE910A-8FB2-44B2-94C8-ED197A6C2217}" presName="rootConnector" presStyleLbl="node1" presStyleIdx="1" presStyleCnt="2"/>
      <dgm:spPr bwMode="auto"/>
    </dgm:pt>
    <dgm:pt modelId="{E12B27D1-24F8-4FB2-B86C-8D5DCE0695A9}" type="pres">
      <dgm:prSet presAssocID="{17DE910A-8FB2-44B2-94C8-ED197A6C2217}" presName="childShape" presStyleCnt="0"/>
      <dgm:spPr bwMode="auto"/>
    </dgm:pt>
    <dgm:pt modelId="{B8CE9B38-DFC1-49CD-B597-2451CDC73617}" type="pres">
      <dgm:prSet presAssocID="{B744AAE7-8FF9-48A2-9768-CAE956462E18}" presName="Name13" presStyleLbl="parChTrans1D2" presStyleIdx="2" presStyleCnt="4"/>
      <dgm:spPr bwMode="auto"/>
    </dgm:pt>
    <dgm:pt modelId="{CB006605-5E9C-4880-AFAE-CDA7BB649196}" type="pres">
      <dgm:prSet presAssocID="{F219A981-F3AC-470C-A546-9CD8717AB38F}" presName="childText" presStyleLbl="bgAcc1" presStyleIdx="2" presStyleCnt="4">
        <dgm:presLayoutVars>
          <dgm:bulletEnabled val="1"/>
        </dgm:presLayoutVars>
      </dgm:prSet>
      <dgm:spPr bwMode="auto"/>
    </dgm:pt>
    <dgm:pt modelId="{01059277-00CA-4AA1-9226-7FCD003EDD6C}" type="pres">
      <dgm:prSet presAssocID="{394EEFAD-EAB2-4BA0-B9EE-413674C37E2A}" presName="Name13" presStyleLbl="parChTrans1D2" presStyleIdx="3" presStyleCnt="4"/>
      <dgm:spPr bwMode="auto"/>
    </dgm:pt>
    <dgm:pt modelId="{89A62C6B-3A60-45A0-B7F7-923155BBA95D}" type="pres">
      <dgm:prSet presAssocID="{20AD3F62-0B9D-46C5-ADE4-634235A1F8EB}" presName="childText" presStyleLbl="bgAcc1" presStyleIdx="3" presStyleCnt="4">
        <dgm:presLayoutVars>
          <dgm:bulletEnabled val="1"/>
        </dgm:presLayoutVars>
      </dgm:prSet>
      <dgm:spPr bwMode="auto"/>
    </dgm:pt>
  </dgm:ptLst>
  <dgm:cxnLst>
    <dgm:cxn modelId="{C9971408-C6BD-4027-B8D8-FD565C7F04FE}" type="presOf" srcId="{F219A981-F3AC-470C-A546-9CD8717AB38F}" destId="{CB006605-5E9C-4880-AFAE-CDA7BB649196}" srcOrd="0" destOrd="0" presId="urn:microsoft.com/office/officeart/2005/8/layout/hierarchy3"/>
    <dgm:cxn modelId="{9D00AF19-4D07-4406-8EA5-D856C5CD8553}" type="parOf" srcId="{A86533A3-F99A-469A-9DE5-23834E6B2F84}" destId="{5E954803-91FF-4B1B-B817-D810D7877EDF}" srcOrd="1" destOrd="0" parTransId="{3E6C61E2-21F0-4BDF-8EA9-3B0E05575F4C}" sibTransId="{DEB6AC8C-C10B-4B5A-8C0B-425C53F7145C}"/>
    <dgm:cxn modelId="{E1DE9223-12D8-41DA-BCBE-9CE00D7C6962}" type="parOf" srcId="{17DE910A-8FB2-44B2-94C8-ED197A6C2217}" destId="{20AD3F62-0B9D-46C5-ADE4-634235A1F8EB}" srcOrd="1" destOrd="0" parTransId="{394EEFAD-EAB2-4BA0-B9EE-413674C37E2A}" sibTransId="{8E77BF48-AB2E-4AF8-8399-3218A73D2693}"/>
    <dgm:cxn modelId="{A8F3A437-3849-45C1-B8F1-7E2FD421DA70}" type="presOf" srcId="{394EEFAD-EAB2-4BA0-B9EE-413674C37E2A}" destId="{01059277-00CA-4AA1-9226-7FCD003EDD6C}" srcOrd="0" destOrd="0" presId="urn:microsoft.com/office/officeart/2005/8/layout/hierarchy3"/>
    <dgm:cxn modelId="{A1080B42-03A7-4C11-A5BC-EB687EB01237}" type="presOf" srcId="{5E954803-91FF-4B1B-B817-D810D7877EDF}" destId="{18EDC266-84AF-45F7-B129-AEAFFD90D89D}" srcOrd="0" destOrd="0" presId="urn:microsoft.com/office/officeart/2005/8/layout/hierarchy3"/>
    <dgm:cxn modelId="{C0EA3E49-24A6-40B7-8295-650D23185E10}" type="parOf" srcId="{3AB71CD0-3AD2-4AED-9DD9-C4B7F706EA71}" destId="{17DE910A-8FB2-44B2-94C8-ED197A6C2217}" srcOrd="1" destOrd="0" parTransId="{57B1EB17-A714-430D-BB67-42D0D9F0C7FD}" sibTransId="{CD7A3471-E513-4492-BD91-035EE8EF3E21}"/>
    <dgm:cxn modelId="{989F746B-112A-45F9-B790-DDE94F42E623}" type="parOf" srcId="{3AB71CD0-3AD2-4AED-9DD9-C4B7F706EA71}" destId="{A86533A3-F99A-469A-9DE5-23834E6B2F84}" srcOrd="0" destOrd="0" parTransId="{07576FFE-B6FD-4A15-96E9-F6624B3709F5}" sibTransId="{FE2DCD4A-CCAB-47DE-B56A-D576F92E74BD}"/>
    <dgm:cxn modelId="{80FA7B4C-877D-4666-A08C-343424156784}" type="presOf" srcId="{B744AAE7-8FF9-48A2-9768-CAE956462E18}" destId="{B8CE9B38-DFC1-49CD-B597-2451CDC73617}" srcOrd="0" destOrd="0" presId="urn:microsoft.com/office/officeart/2005/8/layout/hierarchy3"/>
    <dgm:cxn modelId="{D89A604F-40F5-4E09-B0CE-E924AD408330}" type="presOf" srcId="{20AD3F62-0B9D-46C5-ADE4-634235A1F8EB}" destId="{89A62C6B-3A60-45A0-B7F7-923155BBA95D}" srcOrd="0" destOrd="0" presId="urn:microsoft.com/office/officeart/2005/8/layout/hierarchy3"/>
    <dgm:cxn modelId="{158C0A71-452B-448A-912E-1BD72862F3FC}" type="presOf" srcId="{96B01C2B-4C87-49BF-9967-BED2F02DCF8C}" destId="{629E8F5C-7D3B-4C9D-B064-42EE3C40E960}" srcOrd="0" destOrd="0" presId="urn:microsoft.com/office/officeart/2005/8/layout/hierarchy3"/>
    <dgm:cxn modelId="{4DC50253-C182-4AAA-9F79-21ABF57D4DA5}" type="presOf" srcId="{3AB71CD0-3AD2-4AED-9DD9-C4B7F706EA71}" destId="{879EF6A0-0E06-4B6D-9C1A-52B7DAC55329}" srcOrd="0" destOrd="0" presId="urn:microsoft.com/office/officeart/2005/8/layout/hierarchy3"/>
    <dgm:cxn modelId="{DE04EE8F-CA5B-4C35-B96A-2760D05E71EA}" type="presOf" srcId="{E0D8E42F-CA1A-4E3E-AD29-535436A554E7}" destId="{18BB8177-E807-49E5-B33E-A8E2E3E8CB74}" srcOrd="0" destOrd="0" presId="urn:microsoft.com/office/officeart/2005/8/layout/hierarchy3"/>
    <dgm:cxn modelId="{D68609A5-4208-4AA9-980F-799E1DF70432}" type="presOf" srcId="{A86533A3-F99A-469A-9DE5-23834E6B2F84}" destId="{29DA656D-6078-4A42-BE45-23D88C636614}" srcOrd="0" destOrd="0" presId="urn:microsoft.com/office/officeart/2005/8/layout/hierarchy3"/>
    <dgm:cxn modelId="{96CB18B3-E7C8-43CA-803F-2FD123295989}" type="presOf" srcId="{3E6C61E2-21F0-4BDF-8EA9-3B0E05575F4C}" destId="{39AAE393-AA5E-486F-944F-7C18F8F5B985}" srcOrd="0" destOrd="0" presId="urn:microsoft.com/office/officeart/2005/8/layout/hierarchy3"/>
    <dgm:cxn modelId="{73964ACA-DF57-40BE-8317-A45A8C5A3F14}" type="presOf" srcId="{17DE910A-8FB2-44B2-94C8-ED197A6C2217}" destId="{898A3778-FD36-4460-AD6D-82D5982E3044}" srcOrd="0" destOrd="0" presId="urn:microsoft.com/office/officeart/2005/8/layout/hierarchy3"/>
    <dgm:cxn modelId="{F9E5DBD3-346A-4FAF-A95C-4F2C69290429}" type="parOf" srcId="{A86533A3-F99A-469A-9DE5-23834E6B2F84}" destId="{96B01C2B-4C87-49BF-9967-BED2F02DCF8C}" srcOrd="0" destOrd="0" parTransId="{E0D8E42F-CA1A-4E3E-AD29-535436A554E7}" sibTransId="{288A02D8-4800-4371-88B0-F6DE28BD40FD}"/>
    <dgm:cxn modelId="{8511B7F6-7474-4642-AFBB-0A5E65F5AB26}" type="parOf" srcId="{17DE910A-8FB2-44B2-94C8-ED197A6C2217}" destId="{F219A981-F3AC-470C-A546-9CD8717AB38F}" srcOrd="0" destOrd="0" parTransId="{B744AAE7-8FF9-48A2-9768-CAE956462E18}" sibTransId="{50061DE4-9E1B-4EFC-9CEC-A2941FF27139}"/>
    <dgm:cxn modelId="{DBB0A5A2-BE7A-4FB7-99F4-6153AC134562}" type="presParOf" srcId="{879EF6A0-0E06-4B6D-9C1A-52B7DAC55329}" destId="{B81E4534-CE10-47B2-9A08-6145DA78ED8F}" srcOrd="0" destOrd="0" presId="urn:microsoft.com/office/officeart/2005/8/layout/hierarchy3"/>
    <dgm:cxn modelId="{64568E28-5EFA-4FC9-B7B4-733433121F94}" type="presParOf" srcId="{B81E4534-CE10-47B2-9A08-6145DA78ED8F}" destId="{28BC8878-AFF8-48FB-9D85-2FC3D74966C8}" srcOrd="0" destOrd="0" presId="urn:microsoft.com/office/officeart/2005/8/layout/hierarchy3"/>
    <dgm:cxn modelId="{2E9E96F7-08B6-4167-A3C6-0F8CEEE7A678}" type="presParOf" srcId="{28BC8878-AFF8-48FB-9D85-2FC3D74966C8}" destId="{29DA656D-6078-4A42-BE45-23D88C636614}" srcOrd="0" destOrd="0" presId="urn:microsoft.com/office/officeart/2005/8/layout/hierarchy3"/>
    <dgm:cxn modelId="{C6DCC850-0E6B-4202-8E0A-3AB10DBBAFA7}" type="presParOf" srcId="{28BC8878-AFF8-48FB-9D85-2FC3D74966C8}" destId="{1DE33CEE-F70D-406E-98B8-F7DAD5A82D1A}" srcOrd="1" destOrd="0" presId="urn:microsoft.com/office/officeart/2005/8/layout/hierarchy3"/>
    <dgm:cxn modelId="{E96DEF2E-FF17-4DDE-B1E4-4A300A17FFA8}" type="presParOf" srcId="{B81E4534-CE10-47B2-9A08-6145DA78ED8F}" destId="{AE818C48-D214-47B1-AF6A-8C043EB7E956}" srcOrd="1" destOrd="0" presId="urn:microsoft.com/office/officeart/2005/8/layout/hierarchy3"/>
    <dgm:cxn modelId="{C6377D2B-9184-48DE-ABBC-1760A73A3BC3}" type="presParOf" srcId="{AE818C48-D214-47B1-AF6A-8C043EB7E956}" destId="{18BB8177-E807-49E5-B33E-A8E2E3E8CB74}" srcOrd="0" destOrd="0" presId="urn:microsoft.com/office/officeart/2005/8/layout/hierarchy3"/>
    <dgm:cxn modelId="{6C73175F-3860-4AC6-A471-C7D42C83BD53}" type="presParOf" srcId="{AE818C48-D214-47B1-AF6A-8C043EB7E956}" destId="{629E8F5C-7D3B-4C9D-B064-42EE3C40E960}" srcOrd="1" destOrd="0" presId="urn:microsoft.com/office/officeart/2005/8/layout/hierarchy3"/>
    <dgm:cxn modelId="{721E23A1-F04A-4A62-AB52-729E29D99C49}" type="presParOf" srcId="{AE818C48-D214-47B1-AF6A-8C043EB7E956}" destId="{39AAE393-AA5E-486F-944F-7C18F8F5B985}" srcOrd="2" destOrd="0" presId="urn:microsoft.com/office/officeart/2005/8/layout/hierarchy3"/>
    <dgm:cxn modelId="{2A5F534B-2D59-4E96-BFBF-C77FD2201014}" type="presParOf" srcId="{AE818C48-D214-47B1-AF6A-8C043EB7E956}" destId="{18EDC266-84AF-45F7-B129-AEAFFD90D89D}" srcOrd="3" destOrd="0" presId="urn:microsoft.com/office/officeart/2005/8/layout/hierarchy3"/>
    <dgm:cxn modelId="{FFE0A2FF-A610-49A3-8AD2-C2D9936A5B62}" type="presParOf" srcId="{879EF6A0-0E06-4B6D-9C1A-52B7DAC55329}" destId="{BE1072E3-7249-42C8-8B6F-B763A27C14FA}" srcOrd="1" destOrd="0" presId="urn:microsoft.com/office/officeart/2005/8/layout/hierarchy3"/>
    <dgm:cxn modelId="{E70158C2-E072-4C53-843E-A1D6AF12632F}" type="presParOf" srcId="{BE1072E3-7249-42C8-8B6F-B763A27C14FA}" destId="{4E208396-D2EA-4E1C-AE52-B70CC81903EA}" srcOrd="0" destOrd="0" presId="urn:microsoft.com/office/officeart/2005/8/layout/hierarchy3"/>
    <dgm:cxn modelId="{6624EC52-B8D9-4877-966B-ED66CB2FB041}" type="presParOf" srcId="{4E208396-D2EA-4E1C-AE52-B70CC81903EA}" destId="{898A3778-FD36-4460-AD6D-82D5982E3044}" srcOrd="0" destOrd="0" presId="urn:microsoft.com/office/officeart/2005/8/layout/hierarchy3"/>
    <dgm:cxn modelId="{EC2031C7-B573-4AAF-84F9-2550E5D77F88}" type="presParOf" srcId="{4E208396-D2EA-4E1C-AE52-B70CC81903EA}" destId="{CA1F16A1-4142-4B5A-82F5-A2F51FE040AD}" srcOrd="1" destOrd="0" presId="urn:microsoft.com/office/officeart/2005/8/layout/hierarchy3"/>
    <dgm:cxn modelId="{08CE4A54-0BED-4D18-870C-963A02B7EABA}" type="presParOf" srcId="{BE1072E3-7249-42C8-8B6F-B763A27C14FA}" destId="{E12B27D1-24F8-4FB2-B86C-8D5DCE0695A9}" srcOrd="1" destOrd="0" presId="urn:microsoft.com/office/officeart/2005/8/layout/hierarchy3"/>
    <dgm:cxn modelId="{4B52BF18-1147-4DE1-A947-994701534536}" type="presParOf" srcId="{E12B27D1-24F8-4FB2-B86C-8D5DCE0695A9}" destId="{B8CE9B38-DFC1-49CD-B597-2451CDC73617}" srcOrd="0" destOrd="0" presId="urn:microsoft.com/office/officeart/2005/8/layout/hierarchy3"/>
    <dgm:cxn modelId="{1AB6C1BA-C122-4873-8794-7460ECC86548}" type="presParOf" srcId="{E12B27D1-24F8-4FB2-B86C-8D5DCE0695A9}" destId="{CB006605-5E9C-4880-AFAE-CDA7BB649196}" srcOrd="1" destOrd="0" presId="urn:microsoft.com/office/officeart/2005/8/layout/hierarchy3"/>
    <dgm:cxn modelId="{957BE369-1110-4570-938B-6606BAFD2169}" type="presParOf" srcId="{E12B27D1-24F8-4FB2-B86C-8D5DCE0695A9}" destId="{01059277-00CA-4AA1-9226-7FCD003EDD6C}" srcOrd="2" destOrd="0" presId="urn:microsoft.com/office/officeart/2005/8/layout/hierarchy3"/>
    <dgm:cxn modelId="{50F93BFB-CACE-45E6-BB85-03A38CC694A5}" type="presParOf" srcId="{E12B27D1-24F8-4FB2-B86C-8D5DCE0695A9}" destId="{89A62C6B-3A60-45A0-B7F7-923155BBA95D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3AB71CD0-3AD2-4AED-9DD9-C4B7F706EA71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A86533A3-F99A-469A-9DE5-23834E6B2F84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1385"/>
            </a:spcAft>
            <a:defRPr/>
          </a:pP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Sicherheit, Datenschutz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,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 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 Kontrolle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gm:t>
    </dgm:pt>
    <dgm:pt modelId="{07576FFE-B6FD-4A15-96E9-F6624B3709F5}" type="parTrans" cxnId="{989F746B-112A-45F9-B790-DDE94F42E623}">
      <dgm:prSet/>
      <dgm:spPr bwMode="auto"/>
      <dgm:t>
        <a:bodyPr/>
        <a:lstStyle/>
        <a:p>
          <a:pPr>
            <a:defRPr/>
          </a:pPr>
          <a:endParaRPr/>
        </a:p>
      </dgm:t>
    </dgm:pt>
    <dgm:pt modelId="{FE2DCD4A-CCAB-47DE-B56A-D576F92E74BD}" type="sibTrans" cxnId="{989F746B-112A-45F9-B790-DDE94F42E623}">
      <dgm:prSet/>
      <dgm:spPr bwMode="auto"/>
      <dgm:t>
        <a:bodyPr/>
        <a:lstStyle/>
        <a:p>
          <a:pPr>
            <a:defRPr/>
          </a:pPr>
          <a:endParaRPr/>
        </a:p>
      </dgm:t>
    </dgm:pt>
    <dgm:pt modelId="{96B01C2B-4C87-49BF-9967-BED2F02DCF8C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923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DSGVO-Konforme Datenverarbeitung 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gm:t>
    </dgm:pt>
    <dgm:pt modelId="{E0D8E42F-CA1A-4E3E-AD29-535436A554E7}" type="parTrans" cxnId="{F9E5DBD3-346A-4FAF-A95C-4F2C69290429}">
      <dgm:prSet/>
      <dgm:spPr bwMode="auto"/>
      <dgm:t>
        <a:bodyPr/>
        <a:lstStyle/>
        <a:p>
          <a:pPr>
            <a:defRPr/>
          </a:pPr>
          <a:endParaRPr/>
        </a:p>
      </dgm:t>
    </dgm:pt>
    <dgm:pt modelId="{288A02D8-4800-4371-88B0-F6DE28BD40FD}" type="sibTrans" cxnId="{F9E5DBD3-346A-4FAF-A95C-4F2C69290429}">
      <dgm:prSet/>
      <dgm:spPr bwMode="auto"/>
      <dgm:t>
        <a:bodyPr/>
        <a:lstStyle/>
        <a:p>
          <a:pPr>
            <a:defRPr/>
          </a:pPr>
          <a:endParaRPr/>
        </a:p>
      </dgm:t>
    </dgm:pt>
    <dgm:pt modelId="{5E954803-91FF-4B1B-B817-D810D7877EDF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923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Eindeutige Rollenverteilung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gm:t>
    </dgm:pt>
    <dgm:pt modelId="{3E6C61E2-21F0-4BDF-8EA9-3B0E05575F4C}" type="parTrans" cxnId="{9D00AF19-4D07-4406-8EA5-D856C5CD8553}">
      <dgm:prSet/>
      <dgm:spPr bwMode="auto"/>
      <dgm:t>
        <a:bodyPr/>
        <a:lstStyle/>
        <a:p>
          <a:pPr>
            <a:defRPr/>
          </a:pPr>
          <a:endParaRPr/>
        </a:p>
      </dgm:t>
    </dgm:pt>
    <dgm:pt modelId="{DEB6AC8C-C10B-4B5A-8C0B-425C53F7145C}" type="sibTrans" cxnId="{9D00AF19-4D07-4406-8EA5-D856C5CD8553}">
      <dgm:prSet/>
      <dgm:spPr bwMode="auto"/>
      <dgm:t>
        <a:bodyPr/>
        <a:lstStyle/>
        <a:p>
          <a:pPr>
            <a:defRPr/>
          </a:pPr>
          <a:endParaRPr/>
        </a:p>
      </dgm:t>
    </dgm:pt>
    <dgm:pt modelId="{17DE910A-8FB2-44B2-94C8-ED197A6C2217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1385"/>
            </a:spcAft>
            <a:defRPr/>
          </a:pP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Zukunfts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-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fähigkeit 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und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 Organi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sation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gm:t>
    </dgm:pt>
    <dgm:pt modelId="{57B1EB17-A714-430D-BB67-42D0D9F0C7FD}" type="parTrans" cxnId="{C0EA3E49-24A6-40B7-8295-650D23185E10}">
      <dgm:prSet/>
      <dgm:spPr bwMode="auto"/>
      <dgm:t>
        <a:bodyPr/>
        <a:lstStyle/>
        <a:p>
          <a:pPr>
            <a:defRPr/>
          </a:pPr>
          <a:endParaRPr/>
        </a:p>
      </dgm:t>
    </dgm:pt>
    <dgm:pt modelId="{CD7A3471-E513-4492-BD91-035EE8EF3E21}" type="sibTrans" cxnId="{C0EA3E49-24A6-40B7-8295-650D23185E10}">
      <dgm:prSet/>
      <dgm:spPr bwMode="auto"/>
      <dgm:t>
        <a:bodyPr/>
        <a:lstStyle/>
        <a:p>
          <a:pPr>
            <a:defRPr/>
          </a:pPr>
          <a:endParaRPr/>
        </a:p>
      </dgm:t>
    </dgm:pt>
    <dgm:pt modelId="{F219A981-F3AC-470C-A546-9CD8717AB38F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923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Regelmäßige Mitarbeiter-schulungen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gm:t>
    </dgm:pt>
    <dgm:pt modelId="{B744AAE7-8FF9-48A2-9768-CAE956462E18}" type="parTrans" cxnId="{8511B7F6-7474-4642-AFBB-0A5E65F5AB26}">
      <dgm:prSet/>
      <dgm:spPr bwMode="auto"/>
      <dgm:t>
        <a:bodyPr/>
        <a:lstStyle/>
        <a:p>
          <a:pPr>
            <a:defRPr/>
          </a:pPr>
          <a:endParaRPr/>
        </a:p>
      </dgm:t>
    </dgm:pt>
    <dgm:pt modelId="{50061DE4-9E1B-4EFC-9CEC-A2941FF27139}" type="sibTrans" cxnId="{8511B7F6-7474-4642-AFBB-0A5E65F5AB26}">
      <dgm:prSet/>
      <dgm:spPr bwMode="auto"/>
      <dgm:t>
        <a:bodyPr/>
        <a:lstStyle/>
        <a:p>
          <a:pPr>
            <a:defRPr/>
          </a:pPr>
          <a:endParaRPr/>
        </a:p>
      </dgm:t>
    </dgm:pt>
    <dgm:pt modelId="{20AD3F62-0B9D-46C5-ADE4-634235A1F8EB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923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Langfristig wartbar, dokumentierbar und skalierbar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gm:t>
    </dgm:pt>
    <dgm:pt modelId="{394EEFAD-EAB2-4BA0-B9EE-413674C37E2A}" type="parTrans" cxnId="{E1DE9223-12D8-41DA-BCBE-9CE00D7C6962}">
      <dgm:prSet/>
      <dgm:spPr bwMode="auto"/>
      <dgm:t>
        <a:bodyPr/>
        <a:lstStyle/>
        <a:p>
          <a:pPr>
            <a:defRPr/>
          </a:pPr>
          <a:endParaRPr/>
        </a:p>
      </dgm:t>
    </dgm:pt>
    <dgm:pt modelId="{8E77BF48-AB2E-4AF8-8399-3218A73D2693}" type="sibTrans" cxnId="{E1DE9223-12D8-41DA-BCBE-9CE00D7C6962}">
      <dgm:prSet/>
      <dgm:spPr bwMode="auto"/>
      <dgm:t>
        <a:bodyPr/>
        <a:lstStyle/>
        <a:p>
          <a:pPr>
            <a:defRPr/>
          </a:pPr>
          <a:endParaRPr/>
        </a:p>
      </dgm:t>
    </dgm:pt>
    <dgm:pt modelId="{879EF6A0-0E06-4B6D-9C1A-52B7DAC55329}" type="pres">
      <dgm:prSet presAssocID="{3AB71CD0-3AD2-4AED-9DD9-C4B7F706EA71}" presName="diagram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</dgm:pt>
    <dgm:pt modelId="{B81E4534-CE10-47B2-9A08-6145DA78ED8F}" type="pres">
      <dgm:prSet presAssocID="{A86533A3-F99A-469A-9DE5-23834E6B2F84}" presName="root" presStyleCnt="0"/>
      <dgm:spPr bwMode="auto"/>
    </dgm:pt>
    <dgm:pt modelId="{28BC8878-AFF8-48FB-9D85-2FC3D74966C8}" type="pres">
      <dgm:prSet presAssocID="{A86533A3-F99A-469A-9DE5-23834E6B2F84}" presName="rootComposite" presStyleCnt="0"/>
      <dgm:spPr bwMode="auto"/>
    </dgm:pt>
    <dgm:pt modelId="{29DA656D-6078-4A42-BE45-23D88C636614}" type="pres">
      <dgm:prSet presAssocID="{A86533A3-F99A-469A-9DE5-23834E6B2F84}" presName="rootText" presStyleLbl="node1" presStyleIdx="0" presStyleCnt="2"/>
      <dgm:spPr bwMode="auto"/>
    </dgm:pt>
    <dgm:pt modelId="{1DE33CEE-F70D-406E-98B8-F7DAD5A82D1A}" type="pres">
      <dgm:prSet presAssocID="{A86533A3-F99A-469A-9DE5-23834E6B2F84}" presName="rootConnector" presStyleLbl="node1" presStyleIdx="0" presStyleCnt="2"/>
      <dgm:spPr bwMode="auto"/>
    </dgm:pt>
    <dgm:pt modelId="{AE818C48-D214-47B1-AF6A-8C043EB7E956}" type="pres">
      <dgm:prSet presAssocID="{A86533A3-F99A-469A-9DE5-23834E6B2F84}" presName="childShape" presStyleCnt="0"/>
      <dgm:spPr bwMode="auto"/>
    </dgm:pt>
    <dgm:pt modelId="{18BB8177-E807-49E5-B33E-A8E2E3E8CB74}" type="pres">
      <dgm:prSet presAssocID="{E0D8E42F-CA1A-4E3E-AD29-535436A554E7}" presName="Name13" presStyleLbl="parChTrans1D2" presStyleIdx="0" presStyleCnt="4"/>
      <dgm:spPr bwMode="auto"/>
    </dgm:pt>
    <dgm:pt modelId="{629E8F5C-7D3B-4C9D-B064-42EE3C40E960}" type="pres">
      <dgm:prSet presAssocID="{96B01C2B-4C87-49BF-9967-BED2F02DCF8C}" presName="childText" presStyleLbl="bgAcc1" presStyleIdx="0" presStyleCnt="4">
        <dgm:presLayoutVars>
          <dgm:bulletEnabled val="1"/>
        </dgm:presLayoutVars>
      </dgm:prSet>
      <dgm:spPr bwMode="auto"/>
    </dgm:pt>
    <dgm:pt modelId="{39AAE393-AA5E-486F-944F-7C18F8F5B985}" type="pres">
      <dgm:prSet presAssocID="{3E6C61E2-21F0-4BDF-8EA9-3B0E05575F4C}" presName="Name13" presStyleLbl="parChTrans1D2" presStyleIdx="1" presStyleCnt="4"/>
      <dgm:spPr bwMode="auto"/>
    </dgm:pt>
    <dgm:pt modelId="{18EDC266-84AF-45F7-B129-AEAFFD90D89D}" type="pres">
      <dgm:prSet presAssocID="{5E954803-91FF-4B1B-B817-D810D7877EDF}" presName="childText" presStyleLbl="bgAcc1" presStyleIdx="1" presStyleCnt="4">
        <dgm:presLayoutVars>
          <dgm:bulletEnabled val="1"/>
        </dgm:presLayoutVars>
      </dgm:prSet>
      <dgm:spPr bwMode="auto"/>
    </dgm:pt>
    <dgm:pt modelId="{BE1072E3-7249-42C8-8B6F-B763A27C14FA}" type="pres">
      <dgm:prSet presAssocID="{17DE910A-8FB2-44B2-94C8-ED197A6C2217}" presName="root" presStyleCnt="0"/>
      <dgm:spPr bwMode="auto"/>
    </dgm:pt>
    <dgm:pt modelId="{4E208396-D2EA-4E1C-AE52-B70CC81903EA}" type="pres">
      <dgm:prSet presAssocID="{17DE910A-8FB2-44B2-94C8-ED197A6C2217}" presName="rootComposite" presStyleCnt="0"/>
      <dgm:spPr bwMode="auto"/>
    </dgm:pt>
    <dgm:pt modelId="{898A3778-FD36-4460-AD6D-82D5982E3044}" type="pres">
      <dgm:prSet presAssocID="{17DE910A-8FB2-44B2-94C8-ED197A6C2217}" presName="rootText" presStyleLbl="node1" presStyleIdx="1" presStyleCnt="2"/>
      <dgm:spPr bwMode="auto"/>
    </dgm:pt>
    <dgm:pt modelId="{CA1F16A1-4142-4B5A-82F5-A2F51FE040AD}" type="pres">
      <dgm:prSet presAssocID="{17DE910A-8FB2-44B2-94C8-ED197A6C2217}" presName="rootConnector" presStyleLbl="node1" presStyleIdx="1" presStyleCnt="2"/>
      <dgm:spPr bwMode="auto"/>
    </dgm:pt>
    <dgm:pt modelId="{E12B27D1-24F8-4FB2-B86C-8D5DCE0695A9}" type="pres">
      <dgm:prSet presAssocID="{17DE910A-8FB2-44B2-94C8-ED197A6C2217}" presName="childShape" presStyleCnt="0"/>
      <dgm:spPr bwMode="auto"/>
    </dgm:pt>
    <dgm:pt modelId="{B8CE9B38-DFC1-49CD-B597-2451CDC73617}" type="pres">
      <dgm:prSet presAssocID="{B744AAE7-8FF9-48A2-9768-CAE956462E18}" presName="Name13" presStyleLbl="parChTrans1D2" presStyleIdx="2" presStyleCnt="4"/>
      <dgm:spPr bwMode="auto"/>
    </dgm:pt>
    <dgm:pt modelId="{CB006605-5E9C-4880-AFAE-CDA7BB649196}" type="pres">
      <dgm:prSet presAssocID="{F219A981-F3AC-470C-A546-9CD8717AB38F}" presName="childText" presStyleLbl="bgAcc1" presStyleIdx="2" presStyleCnt="4">
        <dgm:presLayoutVars>
          <dgm:bulletEnabled val="1"/>
        </dgm:presLayoutVars>
      </dgm:prSet>
      <dgm:spPr bwMode="auto"/>
    </dgm:pt>
    <dgm:pt modelId="{01059277-00CA-4AA1-9226-7FCD003EDD6C}" type="pres">
      <dgm:prSet presAssocID="{394EEFAD-EAB2-4BA0-B9EE-413674C37E2A}" presName="Name13" presStyleLbl="parChTrans1D2" presStyleIdx="3" presStyleCnt="4"/>
      <dgm:spPr bwMode="auto"/>
    </dgm:pt>
    <dgm:pt modelId="{89A62C6B-3A60-45A0-B7F7-923155BBA95D}" type="pres">
      <dgm:prSet presAssocID="{20AD3F62-0B9D-46C5-ADE4-634235A1F8EB}" presName="childText" presStyleLbl="bgAcc1" presStyleIdx="3" presStyleCnt="4">
        <dgm:presLayoutVars>
          <dgm:bulletEnabled val="1"/>
        </dgm:presLayoutVars>
      </dgm:prSet>
      <dgm:spPr bwMode="auto"/>
    </dgm:pt>
  </dgm:ptLst>
  <dgm:cxnLst>
    <dgm:cxn modelId="{C9971408-C6BD-4027-B8D8-FD565C7F04FE}" type="presOf" srcId="{F219A981-F3AC-470C-A546-9CD8717AB38F}" destId="{CB006605-5E9C-4880-AFAE-CDA7BB649196}" srcOrd="0" destOrd="0" presId="urn:microsoft.com/office/officeart/2005/8/layout/hierarchy3"/>
    <dgm:cxn modelId="{9D00AF19-4D07-4406-8EA5-D856C5CD8553}" type="parOf" srcId="{A86533A3-F99A-469A-9DE5-23834E6B2F84}" destId="{5E954803-91FF-4B1B-B817-D810D7877EDF}" srcOrd="1" destOrd="0" parTransId="{3E6C61E2-21F0-4BDF-8EA9-3B0E05575F4C}" sibTransId="{DEB6AC8C-C10B-4B5A-8C0B-425C53F7145C}"/>
    <dgm:cxn modelId="{E1DE9223-12D8-41DA-BCBE-9CE00D7C6962}" type="parOf" srcId="{17DE910A-8FB2-44B2-94C8-ED197A6C2217}" destId="{20AD3F62-0B9D-46C5-ADE4-634235A1F8EB}" srcOrd="1" destOrd="0" parTransId="{394EEFAD-EAB2-4BA0-B9EE-413674C37E2A}" sibTransId="{8E77BF48-AB2E-4AF8-8399-3218A73D2693}"/>
    <dgm:cxn modelId="{A8F3A437-3849-45C1-B8F1-7E2FD421DA70}" type="presOf" srcId="{394EEFAD-EAB2-4BA0-B9EE-413674C37E2A}" destId="{01059277-00CA-4AA1-9226-7FCD003EDD6C}" srcOrd="0" destOrd="0" presId="urn:microsoft.com/office/officeart/2005/8/layout/hierarchy3"/>
    <dgm:cxn modelId="{A1080B42-03A7-4C11-A5BC-EB687EB01237}" type="presOf" srcId="{5E954803-91FF-4B1B-B817-D810D7877EDF}" destId="{18EDC266-84AF-45F7-B129-AEAFFD90D89D}" srcOrd="0" destOrd="0" presId="urn:microsoft.com/office/officeart/2005/8/layout/hierarchy3"/>
    <dgm:cxn modelId="{C0EA3E49-24A6-40B7-8295-650D23185E10}" type="parOf" srcId="{3AB71CD0-3AD2-4AED-9DD9-C4B7F706EA71}" destId="{17DE910A-8FB2-44B2-94C8-ED197A6C2217}" srcOrd="1" destOrd="0" parTransId="{57B1EB17-A714-430D-BB67-42D0D9F0C7FD}" sibTransId="{CD7A3471-E513-4492-BD91-035EE8EF3E21}"/>
    <dgm:cxn modelId="{989F746B-112A-45F9-B790-DDE94F42E623}" type="parOf" srcId="{3AB71CD0-3AD2-4AED-9DD9-C4B7F706EA71}" destId="{A86533A3-F99A-469A-9DE5-23834E6B2F84}" srcOrd="0" destOrd="0" parTransId="{07576FFE-B6FD-4A15-96E9-F6624B3709F5}" sibTransId="{FE2DCD4A-CCAB-47DE-B56A-D576F92E74BD}"/>
    <dgm:cxn modelId="{80FA7B4C-877D-4666-A08C-343424156784}" type="presOf" srcId="{B744AAE7-8FF9-48A2-9768-CAE956462E18}" destId="{B8CE9B38-DFC1-49CD-B597-2451CDC73617}" srcOrd="0" destOrd="0" presId="urn:microsoft.com/office/officeart/2005/8/layout/hierarchy3"/>
    <dgm:cxn modelId="{D89A604F-40F5-4E09-B0CE-E924AD408330}" type="presOf" srcId="{20AD3F62-0B9D-46C5-ADE4-634235A1F8EB}" destId="{89A62C6B-3A60-45A0-B7F7-923155BBA95D}" srcOrd="0" destOrd="0" presId="urn:microsoft.com/office/officeart/2005/8/layout/hierarchy3"/>
    <dgm:cxn modelId="{158C0A71-452B-448A-912E-1BD72862F3FC}" type="presOf" srcId="{96B01C2B-4C87-49BF-9967-BED2F02DCF8C}" destId="{629E8F5C-7D3B-4C9D-B064-42EE3C40E960}" srcOrd="0" destOrd="0" presId="urn:microsoft.com/office/officeart/2005/8/layout/hierarchy3"/>
    <dgm:cxn modelId="{4DC50253-C182-4AAA-9F79-21ABF57D4DA5}" type="presOf" srcId="{3AB71CD0-3AD2-4AED-9DD9-C4B7F706EA71}" destId="{879EF6A0-0E06-4B6D-9C1A-52B7DAC55329}" srcOrd="0" destOrd="0" presId="urn:microsoft.com/office/officeart/2005/8/layout/hierarchy3"/>
    <dgm:cxn modelId="{DE04EE8F-CA5B-4C35-B96A-2760D05E71EA}" type="presOf" srcId="{E0D8E42F-CA1A-4E3E-AD29-535436A554E7}" destId="{18BB8177-E807-49E5-B33E-A8E2E3E8CB74}" srcOrd="0" destOrd="0" presId="urn:microsoft.com/office/officeart/2005/8/layout/hierarchy3"/>
    <dgm:cxn modelId="{D68609A5-4208-4AA9-980F-799E1DF70432}" type="presOf" srcId="{A86533A3-F99A-469A-9DE5-23834E6B2F84}" destId="{29DA656D-6078-4A42-BE45-23D88C636614}" srcOrd="0" destOrd="0" presId="urn:microsoft.com/office/officeart/2005/8/layout/hierarchy3"/>
    <dgm:cxn modelId="{96CB18B3-E7C8-43CA-803F-2FD123295989}" type="presOf" srcId="{3E6C61E2-21F0-4BDF-8EA9-3B0E05575F4C}" destId="{39AAE393-AA5E-486F-944F-7C18F8F5B985}" srcOrd="0" destOrd="0" presId="urn:microsoft.com/office/officeart/2005/8/layout/hierarchy3"/>
    <dgm:cxn modelId="{73964ACA-DF57-40BE-8317-A45A8C5A3F14}" type="presOf" srcId="{17DE910A-8FB2-44B2-94C8-ED197A6C2217}" destId="{898A3778-FD36-4460-AD6D-82D5982E3044}" srcOrd="0" destOrd="0" presId="urn:microsoft.com/office/officeart/2005/8/layout/hierarchy3"/>
    <dgm:cxn modelId="{F9E5DBD3-346A-4FAF-A95C-4F2C69290429}" type="parOf" srcId="{A86533A3-F99A-469A-9DE5-23834E6B2F84}" destId="{96B01C2B-4C87-49BF-9967-BED2F02DCF8C}" srcOrd="0" destOrd="0" parTransId="{E0D8E42F-CA1A-4E3E-AD29-535436A554E7}" sibTransId="{288A02D8-4800-4371-88B0-F6DE28BD40FD}"/>
    <dgm:cxn modelId="{8511B7F6-7474-4642-AFBB-0A5E65F5AB26}" type="parOf" srcId="{17DE910A-8FB2-44B2-94C8-ED197A6C2217}" destId="{F219A981-F3AC-470C-A546-9CD8717AB38F}" srcOrd="0" destOrd="0" parTransId="{B744AAE7-8FF9-48A2-9768-CAE956462E18}" sibTransId="{50061DE4-9E1B-4EFC-9CEC-A2941FF27139}"/>
    <dgm:cxn modelId="{DBB0A5A2-BE7A-4FB7-99F4-6153AC134562}" type="presParOf" srcId="{879EF6A0-0E06-4B6D-9C1A-52B7DAC55329}" destId="{B81E4534-CE10-47B2-9A08-6145DA78ED8F}" srcOrd="0" destOrd="0" presId="urn:microsoft.com/office/officeart/2005/8/layout/hierarchy3"/>
    <dgm:cxn modelId="{64568E28-5EFA-4FC9-B7B4-733433121F94}" type="presParOf" srcId="{B81E4534-CE10-47B2-9A08-6145DA78ED8F}" destId="{28BC8878-AFF8-48FB-9D85-2FC3D74966C8}" srcOrd="0" destOrd="0" presId="urn:microsoft.com/office/officeart/2005/8/layout/hierarchy3"/>
    <dgm:cxn modelId="{2E9E96F7-08B6-4167-A3C6-0F8CEEE7A678}" type="presParOf" srcId="{28BC8878-AFF8-48FB-9D85-2FC3D74966C8}" destId="{29DA656D-6078-4A42-BE45-23D88C636614}" srcOrd="0" destOrd="0" presId="urn:microsoft.com/office/officeart/2005/8/layout/hierarchy3"/>
    <dgm:cxn modelId="{C6DCC850-0E6B-4202-8E0A-3AB10DBBAFA7}" type="presParOf" srcId="{28BC8878-AFF8-48FB-9D85-2FC3D74966C8}" destId="{1DE33CEE-F70D-406E-98B8-F7DAD5A82D1A}" srcOrd="1" destOrd="0" presId="urn:microsoft.com/office/officeart/2005/8/layout/hierarchy3"/>
    <dgm:cxn modelId="{E96DEF2E-FF17-4DDE-B1E4-4A300A17FFA8}" type="presParOf" srcId="{B81E4534-CE10-47B2-9A08-6145DA78ED8F}" destId="{AE818C48-D214-47B1-AF6A-8C043EB7E956}" srcOrd="1" destOrd="0" presId="urn:microsoft.com/office/officeart/2005/8/layout/hierarchy3"/>
    <dgm:cxn modelId="{C6377D2B-9184-48DE-ABBC-1760A73A3BC3}" type="presParOf" srcId="{AE818C48-D214-47B1-AF6A-8C043EB7E956}" destId="{18BB8177-E807-49E5-B33E-A8E2E3E8CB74}" srcOrd="0" destOrd="0" presId="urn:microsoft.com/office/officeart/2005/8/layout/hierarchy3"/>
    <dgm:cxn modelId="{6C73175F-3860-4AC6-A471-C7D42C83BD53}" type="presParOf" srcId="{AE818C48-D214-47B1-AF6A-8C043EB7E956}" destId="{629E8F5C-7D3B-4C9D-B064-42EE3C40E960}" srcOrd="1" destOrd="0" presId="urn:microsoft.com/office/officeart/2005/8/layout/hierarchy3"/>
    <dgm:cxn modelId="{721E23A1-F04A-4A62-AB52-729E29D99C49}" type="presParOf" srcId="{AE818C48-D214-47B1-AF6A-8C043EB7E956}" destId="{39AAE393-AA5E-486F-944F-7C18F8F5B985}" srcOrd="2" destOrd="0" presId="urn:microsoft.com/office/officeart/2005/8/layout/hierarchy3"/>
    <dgm:cxn modelId="{2A5F534B-2D59-4E96-BFBF-C77FD2201014}" type="presParOf" srcId="{AE818C48-D214-47B1-AF6A-8C043EB7E956}" destId="{18EDC266-84AF-45F7-B129-AEAFFD90D89D}" srcOrd="3" destOrd="0" presId="urn:microsoft.com/office/officeart/2005/8/layout/hierarchy3"/>
    <dgm:cxn modelId="{FFE0A2FF-A610-49A3-8AD2-C2D9936A5B62}" type="presParOf" srcId="{879EF6A0-0E06-4B6D-9C1A-52B7DAC55329}" destId="{BE1072E3-7249-42C8-8B6F-B763A27C14FA}" srcOrd="1" destOrd="0" presId="urn:microsoft.com/office/officeart/2005/8/layout/hierarchy3"/>
    <dgm:cxn modelId="{E70158C2-E072-4C53-843E-A1D6AF12632F}" type="presParOf" srcId="{BE1072E3-7249-42C8-8B6F-B763A27C14FA}" destId="{4E208396-D2EA-4E1C-AE52-B70CC81903EA}" srcOrd="0" destOrd="0" presId="urn:microsoft.com/office/officeart/2005/8/layout/hierarchy3"/>
    <dgm:cxn modelId="{6624EC52-B8D9-4877-966B-ED66CB2FB041}" type="presParOf" srcId="{4E208396-D2EA-4E1C-AE52-B70CC81903EA}" destId="{898A3778-FD36-4460-AD6D-82D5982E3044}" srcOrd="0" destOrd="0" presId="urn:microsoft.com/office/officeart/2005/8/layout/hierarchy3"/>
    <dgm:cxn modelId="{EC2031C7-B573-4AAF-84F9-2550E5D77F88}" type="presParOf" srcId="{4E208396-D2EA-4E1C-AE52-B70CC81903EA}" destId="{CA1F16A1-4142-4B5A-82F5-A2F51FE040AD}" srcOrd="1" destOrd="0" presId="urn:microsoft.com/office/officeart/2005/8/layout/hierarchy3"/>
    <dgm:cxn modelId="{08CE4A54-0BED-4D18-870C-963A02B7EABA}" type="presParOf" srcId="{BE1072E3-7249-42C8-8B6F-B763A27C14FA}" destId="{E12B27D1-24F8-4FB2-B86C-8D5DCE0695A9}" srcOrd="1" destOrd="0" presId="urn:microsoft.com/office/officeart/2005/8/layout/hierarchy3"/>
    <dgm:cxn modelId="{4B52BF18-1147-4DE1-A947-994701534536}" type="presParOf" srcId="{E12B27D1-24F8-4FB2-B86C-8D5DCE0695A9}" destId="{B8CE9B38-DFC1-49CD-B597-2451CDC73617}" srcOrd="0" destOrd="0" presId="urn:microsoft.com/office/officeart/2005/8/layout/hierarchy3"/>
    <dgm:cxn modelId="{1AB6C1BA-C122-4873-8794-7460ECC86548}" type="presParOf" srcId="{E12B27D1-24F8-4FB2-B86C-8D5DCE0695A9}" destId="{CB006605-5E9C-4880-AFAE-CDA7BB649196}" srcOrd="1" destOrd="0" presId="urn:microsoft.com/office/officeart/2005/8/layout/hierarchy3"/>
    <dgm:cxn modelId="{957BE369-1110-4570-938B-6606BAFD2169}" type="presParOf" srcId="{E12B27D1-24F8-4FB2-B86C-8D5DCE0695A9}" destId="{01059277-00CA-4AA1-9226-7FCD003EDD6C}" srcOrd="2" destOrd="0" presId="urn:microsoft.com/office/officeart/2005/8/layout/hierarchy3"/>
    <dgm:cxn modelId="{50F93BFB-CACE-45E6-BB85-03A38CC694A5}" type="presParOf" srcId="{E12B27D1-24F8-4FB2-B86C-8D5DCE0695A9}" destId="{89A62C6B-3A60-45A0-B7F7-923155BBA95D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BEE43A9-5AB9-43E6-972B-DC4FB2C6AF6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938F4467-687B-48BA-BAA3-94FB9ACBBB20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1007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Eindeutige Rollenverteilung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gm:t>
    </dgm:pt>
    <dgm:pt modelId="{28F8934C-2DF0-4809-8A5B-8FE040195501}" type="par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2B95D73E-782D-4CC9-91AD-ACD976A3CF8D}" type="sib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7020CDCB-A499-44AB-95B6-73DB839DD2D4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Besonders wichtig für Entwicklung &amp; Betrieb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Bei manuellen Änderungen müssen viele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Daten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per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Hand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 geändert werden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Viele Leute haben Zugriff, fehlende Transparenz</a:t>
          </a:r>
          <a:endParaRPr lang="de-DE" sz="1600" b="1" i="0" u="none" strike="noStrike" cap="none" spc="0">
            <a:solidFill>
              <a:schemeClr val="bg1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0" i="0" u="none" strike="noStrike" cap="none" spc="0">
            <a:solidFill>
              <a:schemeClr val="lt1"/>
            </a:solidFill>
            <a:latin typeface="Times New Roman"/>
            <a:cs typeface="Times New Roman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4167CD66-EA28-4300-BF9C-157958D767A7}" type="par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CB71329A-ABFF-496E-80B8-3C80E50FF90F}" type="sib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AA73BA8C-28F6-4AD5-B159-8E864C68169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en-US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Weniger </a:t>
          </a:r>
          <a:r>
            <a:rPr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manuelle Änderungen durch weniger Zugriffe auf persönliche Daten durch Kundenservice</a:t>
          </a:r>
          <a:endParaRPr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33018E72-9393-4C85-818F-8C27B26528B5}" type="par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ABB1C77D-6484-44EE-BA08-5FD82CB98E2A}" type="sib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1AAC417A-2E59-45AC-8979-21DD77DDEF2D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Kundenservice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Entwicklung &amp; Betrieb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Kunde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785D2B26-3E94-48A7-A90F-4309C1E37B9D}" type="par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C450A5C7-BD93-4661-BA42-BF64FB704131}" type="sib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12066E7A-8A6A-478F-9CA2-C80676BB0EF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Klare und saubere Prozesse</a:t>
          </a:r>
          <a:endParaRPr lang="de-DE"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Durch unklare Prozesse könnte es zu Datenlecks kommen</a:t>
          </a:r>
          <a:endParaRPr lang="de-DE"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Abhängigkeiten am Budget und Mitarbeitszeit am Benutzer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51912109-670E-48D2-A32A-CEA83A65B973}" type="par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E0F732D3-B05E-47CC-8CC0-B78F3DC76291}" type="sib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40BCB61F-994A-434F-A73D-24A81DE40E4E}" type="pres">
      <dgm:prSet presAssocID="{DBEE43A9-5AB9-43E6-972B-DC4FB2C6AF67}" presName="diagram" presStyleCnt="0">
        <dgm:presLayoutVars>
          <dgm:chMax val="1"/>
          <dgm:dir val="norm"/>
          <dgm:animLvl val="ctr"/>
          <dgm:resizeHandles val="exact"/>
        </dgm:presLayoutVars>
      </dgm:prSet>
      <dgm:spPr bwMode="auto"/>
    </dgm:pt>
    <dgm:pt modelId="{381BB033-A038-4207-8A4A-B6E7D6A99CB2}" type="pres">
      <dgm:prSet presAssocID="{DBEE43A9-5AB9-43E6-972B-DC4FB2C6AF67}" presName="matrix" presStyleCnt="0"/>
      <dgm:spPr bwMode="auto"/>
    </dgm:pt>
    <dgm:pt modelId="{27C13C5D-4316-4ACD-BFED-8A7E4D6252A9}" type="pres">
      <dgm:prSet presAssocID="{DBEE43A9-5AB9-43E6-972B-DC4FB2C6AF67}" presName="tile1" presStyleLbl="node1" presStyleIdx="0" presStyleCnt="4"/>
      <dgm:spPr bwMode="auto"/>
    </dgm:pt>
    <dgm:pt modelId="{04324AB9-CF40-4C53-9CA2-CDA6B5ADB94C}" type="pres">
      <dgm:prSet presAssocID="{DBEE43A9-5AB9-43E6-972B-DC4FB2C6AF67}" presName="tile1text" presStyleLbl="node1" presStyleIdx="0" presStyleCnt="4">
        <dgm:presLayoutVars>
          <dgm:chMax val="0"/>
          <dgm:chPref val="0"/>
          <dgm:bulletEnabled val="1"/>
        </dgm:presLayoutVars>
      </dgm:prSet>
      <dgm:spPr bwMode="auto"/>
    </dgm:pt>
    <dgm:pt modelId="{2798F6CF-BB07-47BD-AB88-039B6E2E438F}" type="pres">
      <dgm:prSet presAssocID="{DBEE43A9-5AB9-43E6-972B-DC4FB2C6AF67}" presName="tile2" presStyleLbl="node1" presStyleIdx="1" presStyleCnt="4"/>
      <dgm:spPr bwMode="auto"/>
    </dgm:pt>
    <dgm:pt modelId="{624B0888-DBAB-4C0B-8F92-AAF6E362B10F}" type="pres">
      <dgm:prSet presAssocID="{DBEE43A9-5AB9-43E6-972B-DC4FB2C6AF67}" presName="tile2text" presStyleLbl="node1" presStyleIdx="1" presStyleCnt="4">
        <dgm:presLayoutVars>
          <dgm:chMax val="0"/>
          <dgm:chPref val="0"/>
          <dgm:bulletEnabled val="1"/>
        </dgm:presLayoutVars>
      </dgm:prSet>
      <dgm:spPr bwMode="auto"/>
    </dgm:pt>
    <dgm:pt modelId="{4A88EE6C-C35D-45E2-80C7-0E4208B9079B}" type="pres">
      <dgm:prSet presAssocID="{DBEE43A9-5AB9-43E6-972B-DC4FB2C6AF67}" presName="tile3" presStyleLbl="node1" presStyleIdx="2" presStyleCnt="4"/>
      <dgm:spPr bwMode="auto"/>
    </dgm:pt>
    <dgm:pt modelId="{8A832E47-F264-4BED-8CBD-B61F08940C42}" type="pres">
      <dgm:prSet presAssocID="{DBEE43A9-5AB9-43E6-972B-DC4FB2C6AF67}" presName="tile3text" presStyleLbl="node1" presStyleIdx="2" presStyleCnt="4">
        <dgm:presLayoutVars>
          <dgm:chMax val="0"/>
          <dgm:chPref val="0"/>
          <dgm:bulletEnabled val="1"/>
        </dgm:presLayoutVars>
      </dgm:prSet>
      <dgm:spPr bwMode="auto"/>
    </dgm:pt>
    <dgm:pt modelId="{D96B79B5-E17E-4552-87B3-953753C18B24}" type="pres">
      <dgm:prSet presAssocID="{DBEE43A9-5AB9-43E6-972B-DC4FB2C6AF67}" presName="tile4" presStyleLbl="node1" presStyleIdx="3" presStyleCnt="4"/>
      <dgm:spPr bwMode="auto"/>
    </dgm:pt>
    <dgm:pt modelId="{E4972E6B-67FB-4FD8-B427-443E83535554}" type="pres">
      <dgm:prSet presAssocID="{DBEE43A9-5AB9-43E6-972B-DC4FB2C6AF67}" presName="tile4text" presStyleLbl="node1" presStyleIdx="3" presStyleCnt="4">
        <dgm:presLayoutVars>
          <dgm:chMax val="0"/>
          <dgm:chPref val="0"/>
          <dgm:bulletEnabled val="1"/>
        </dgm:presLayoutVars>
      </dgm:prSet>
      <dgm:spPr bwMode="auto"/>
    </dgm:pt>
    <dgm:pt modelId="{87A1ED12-C174-40B8-BD7D-68454879CCC2}" type="pres">
      <dgm:prSet presAssocID="{DBEE43A9-5AB9-43E6-972B-DC4FB2C6AF67}" presName="centerTile" presStyleLbl="fgShp" presStyleIdx="0" presStyleCnt="1">
        <dgm:presLayoutVars>
          <dgm:chMax val="0"/>
          <dgm:chPref val="0"/>
        </dgm:presLayoutVars>
      </dgm:prSet>
      <dgm:spPr bwMode="auto"/>
    </dgm:pt>
  </dgm:ptLst>
  <dgm:cxnLst>
    <dgm:cxn modelId="{5DDB7001-4AB9-4AE9-990A-A90950043CF1}" type="presOf" srcId="{12066E7A-8A6A-478F-9CA2-C80676BB0EF7}" destId="{E4972E6B-67FB-4FD8-B427-443E83535554}" srcOrd="1" destOrd="0" presId="urn:microsoft.com/office/officeart/2005/8/layout/matrix1"/>
    <dgm:cxn modelId="{3DFE410F-8772-422F-9D32-D0E63C6E6B11}" type="parOf" srcId="{DBEE43A9-5AB9-43E6-972B-DC4FB2C6AF67}" destId="{938F4467-687B-48BA-BAA3-94FB9ACBBB20}" srcOrd="0" destOrd="0" parTransId="{28F8934C-2DF0-4809-8A5B-8FE040195501}" sibTransId="{2B95D73E-782D-4CC9-91AD-ACD976A3CF8D}"/>
    <dgm:cxn modelId="{F774F215-088E-4BD6-9E7E-BC30C9642063}" type="presOf" srcId="{938F4467-687B-48BA-BAA3-94FB9ACBBB20}" destId="{87A1ED12-C174-40B8-BD7D-68454879CCC2}" srcOrd="0" destOrd="0" presId="urn:microsoft.com/office/officeart/2005/8/layout/matrix1"/>
    <dgm:cxn modelId="{2F35EE18-EE63-48B7-AFD1-C81245858BC1}" type="presOf" srcId="{7020CDCB-A499-44AB-95B6-73DB839DD2D4}" destId="{04324AB9-CF40-4C53-9CA2-CDA6B5ADB94C}" srcOrd="1" destOrd="0" presId="urn:microsoft.com/office/officeart/2005/8/layout/matrix1"/>
    <dgm:cxn modelId="{9F37E91D-440D-4938-B45F-BD004FDA4209}" type="parOf" srcId="{938F4467-687B-48BA-BAA3-94FB9ACBBB20}" destId="{AA73BA8C-28F6-4AD5-B159-8E864C681697}" srcOrd="1" destOrd="0" parTransId="{33018E72-9393-4C85-818F-8C27B26528B5}" sibTransId="{ABB1C77D-6484-44EE-BA08-5FD82CB98E2A}"/>
    <dgm:cxn modelId="{5CD5045B-6AE6-4E7C-9373-026244D68E09}" type="presOf" srcId="{DBEE43A9-5AB9-43E6-972B-DC4FB2C6AF67}" destId="{40BCB61F-994A-434F-A73D-24A81DE40E4E}" srcOrd="0" destOrd="0" presId="urn:microsoft.com/office/officeart/2005/8/layout/matrix1"/>
    <dgm:cxn modelId="{B80B1C6D-4B49-4730-BCC5-D080277EB3FA}" type="presOf" srcId="{AA73BA8C-28F6-4AD5-B159-8E864C681697}" destId="{2798F6CF-BB07-47BD-AB88-039B6E2E438F}" srcOrd="0" destOrd="0" presId="urn:microsoft.com/office/officeart/2005/8/layout/matrix1"/>
    <dgm:cxn modelId="{B6B2A752-31E4-4D3E-B1E1-C808EB91E5FB}" type="parOf" srcId="{938F4467-687B-48BA-BAA3-94FB9ACBBB20}" destId="{7020CDCB-A499-44AB-95B6-73DB839DD2D4}" srcOrd="0" destOrd="0" parTransId="{4167CD66-EA28-4300-BF9C-157958D767A7}" sibTransId="{CB71329A-ABFF-496E-80B8-3C80E50FF90F}"/>
    <dgm:cxn modelId="{A2B8E155-B4AD-419A-AD69-AD5D27C92E8A}" type="presOf" srcId="{7020CDCB-A499-44AB-95B6-73DB839DD2D4}" destId="{27C13C5D-4316-4ACD-BFED-8A7E4D6252A9}" srcOrd="0" destOrd="0" presId="urn:microsoft.com/office/officeart/2005/8/layout/matrix1"/>
    <dgm:cxn modelId="{D1FB5AAC-4129-46D6-9103-64238041DADE}" type="presOf" srcId="{AA73BA8C-28F6-4AD5-B159-8E864C681697}" destId="{624B0888-DBAB-4C0B-8F92-AAF6E362B10F}" srcOrd="1" destOrd="0" presId="urn:microsoft.com/office/officeart/2005/8/layout/matrix1"/>
    <dgm:cxn modelId="{15DCF6BE-BBE3-4746-BD77-0B21105A671A}" type="presOf" srcId="{1AAC417A-2E59-45AC-8979-21DD77DDEF2D}" destId="{4A88EE6C-C35D-45E2-80C7-0E4208B9079B}" srcOrd="0" destOrd="0" presId="urn:microsoft.com/office/officeart/2005/8/layout/matrix1"/>
    <dgm:cxn modelId="{99D8CCC3-7FF1-4D1E-86C3-7AE6F9F47C27}" type="parOf" srcId="{938F4467-687B-48BA-BAA3-94FB9ACBBB20}" destId="{1AAC417A-2E59-45AC-8979-21DD77DDEF2D}" srcOrd="2" destOrd="0" parTransId="{785D2B26-3E94-48A7-A90F-4309C1E37B9D}" sibTransId="{C450A5C7-BD93-4661-BA42-BF64FB704131}"/>
    <dgm:cxn modelId="{B09893EB-3521-4945-83C5-697344438228}" type="presOf" srcId="{12066E7A-8A6A-478F-9CA2-C80676BB0EF7}" destId="{D96B79B5-E17E-4552-87B3-953753C18B24}" srcOrd="0" destOrd="0" presId="urn:microsoft.com/office/officeart/2005/8/layout/matrix1"/>
    <dgm:cxn modelId="{810009F5-DB16-47EC-81B3-0C077E8AF559}" type="parOf" srcId="{938F4467-687B-48BA-BAA3-94FB9ACBBB20}" destId="{12066E7A-8A6A-478F-9CA2-C80676BB0EF7}" srcOrd="3" destOrd="0" parTransId="{51912109-670E-48D2-A32A-CEA83A65B973}" sibTransId="{E0F732D3-B05E-47CC-8CC0-B78F3DC76291}"/>
    <dgm:cxn modelId="{E5D9EAFD-8238-4C5A-8AD6-D4314ED3F47E}" type="presOf" srcId="{1AAC417A-2E59-45AC-8979-21DD77DDEF2D}" destId="{8A832E47-F264-4BED-8CBD-B61F08940C42}" srcOrd="1" destOrd="0" presId="urn:microsoft.com/office/officeart/2005/8/layout/matrix1"/>
    <dgm:cxn modelId="{CE23D64D-3B5D-48BE-9A08-71AA13AF4912}" type="presParOf" srcId="{40BCB61F-994A-434F-A73D-24A81DE40E4E}" destId="{381BB033-A038-4207-8A4A-B6E7D6A99CB2}" srcOrd="0" destOrd="0" presId="urn:microsoft.com/office/officeart/2005/8/layout/matrix1"/>
    <dgm:cxn modelId="{5BF18788-1F80-412B-AE99-A366B796D9D9}" type="presParOf" srcId="{381BB033-A038-4207-8A4A-B6E7D6A99CB2}" destId="{27C13C5D-4316-4ACD-BFED-8A7E4D6252A9}" srcOrd="0" destOrd="0" presId="urn:microsoft.com/office/officeart/2005/8/layout/matrix1"/>
    <dgm:cxn modelId="{FFF56C1A-5422-4A8C-A74C-29E021D5A5C6}" type="presParOf" srcId="{381BB033-A038-4207-8A4A-B6E7D6A99CB2}" destId="{04324AB9-CF40-4C53-9CA2-CDA6B5ADB94C}" srcOrd="1" destOrd="0" presId="urn:microsoft.com/office/officeart/2005/8/layout/matrix1"/>
    <dgm:cxn modelId="{DD43D4BF-4A01-4E26-B29E-5CB8C288ADCF}" type="presParOf" srcId="{381BB033-A038-4207-8A4A-B6E7D6A99CB2}" destId="{2798F6CF-BB07-47BD-AB88-039B6E2E438F}" srcOrd="2" destOrd="0" presId="urn:microsoft.com/office/officeart/2005/8/layout/matrix1"/>
    <dgm:cxn modelId="{739F3F49-B5EE-4693-8A1B-020276FDA41B}" type="presParOf" srcId="{381BB033-A038-4207-8A4A-B6E7D6A99CB2}" destId="{624B0888-DBAB-4C0B-8F92-AAF6E362B10F}" srcOrd="3" destOrd="0" presId="urn:microsoft.com/office/officeart/2005/8/layout/matrix1"/>
    <dgm:cxn modelId="{70B65B37-DD32-4DE7-BB5B-2C1528563F40}" type="presParOf" srcId="{381BB033-A038-4207-8A4A-B6E7D6A99CB2}" destId="{4A88EE6C-C35D-45E2-80C7-0E4208B9079B}" srcOrd="4" destOrd="0" presId="urn:microsoft.com/office/officeart/2005/8/layout/matrix1"/>
    <dgm:cxn modelId="{DEB5514E-9BD9-4F73-89AE-358E46062F45}" type="presParOf" srcId="{381BB033-A038-4207-8A4A-B6E7D6A99CB2}" destId="{8A832E47-F264-4BED-8CBD-B61F08940C42}" srcOrd="5" destOrd="0" presId="urn:microsoft.com/office/officeart/2005/8/layout/matrix1"/>
    <dgm:cxn modelId="{103367DC-A5E6-4D4D-995A-C4B781256C00}" type="presParOf" srcId="{381BB033-A038-4207-8A4A-B6E7D6A99CB2}" destId="{D96B79B5-E17E-4552-87B3-953753C18B24}" srcOrd="6" destOrd="0" presId="urn:microsoft.com/office/officeart/2005/8/layout/matrix1"/>
    <dgm:cxn modelId="{19D2AE27-431A-469B-9A6B-E345A51B6227}" type="presParOf" srcId="{381BB033-A038-4207-8A4A-B6E7D6A99CB2}" destId="{E4972E6B-67FB-4FD8-B427-443E83535554}" srcOrd="7" destOrd="0" presId="urn:microsoft.com/office/officeart/2005/8/layout/matrix1"/>
    <dgm:cxn modelId="{215BDEC5-45BE-4E64-A6E4-ACC65B2B6B9C}" type="presParOf" srcId="{40BCB61F-994A-434F-A73D-24A81DE40E4E}" destId="{87A1ED12-C174-40B8-BD7D-68454879CCC2}" srcOrd="1" destOrd="0" presId="urn:microsoft.com/office/officeart/2005/8/layout/matrix1"/>
  </dgm:cxnLst>
  <dgm:bg/>
  <dgm:whole>
    <a:ln w="28575">
      <a:noFill/>
      <a:prstDash val="solid"/>
    </a:ln>
  </dgm:whole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BEE43A9-5AB9-43E6-972B-DC4FB2C6AF6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938F4467-687B-48BA-BAA3-94FB9ACBBB20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l">
            <a:lnSpc>
              <a:spcPct val="90000"/>
            </a:lnSpc>
            <a:spcAft>
              <a:spcPts val="964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Antwortzeit unter 1.5s</a:t>
          </a:r>
          <a:endParaRPr/>
        </a:p>
      </dgm:t>
    </dgm:pt>
    <dgm:pt modelId="{28F8934C-2DF0-4809-8A5B-8FE040195501}" type="par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2B95D73E-782D-4CC9-91AD-ACD976A3CF8D}" type="sib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7020CDCB-A499-44AB-95B6-73DB839DD2D4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Unzureichende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Stabilität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bei Lastspitzen</a:t>
          </a:r>
          <a:endParaRPr lang="de-DE"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Inkonsistente Performance im Tagesbetrieb</a:t>
          </a:r>
          <a:endParaRPr lang="de-DE"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r>
            <a:rPr lang="de-DE">
              <a:latin typeface="Arial"/>
              <a:ea typeface="Arial"/>
              <a:cs typeface="Arial"/>
            </a:rPr>
            <a:t>	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=&gt; Für Kunden und Mitarbeiter spürbar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4167CD66-EA28-4300-BF9C-157958D767A7}" type="par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CB71329A-ABFF-496E-80B8-3C80E50FF90F}" type="sib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AA73BA8C-28F6-4AD5-B159-8E864C68169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Bei Lastspitzen (z.B. Weihnachtszeit) läuft das System stabil</a:t>
          </a:r>
          <a:endParaRPr lang="de-DE"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KPIs: weniger Beschwerden,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höhere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Systemverfügbarkeit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33018E72-9393-4C85-818F-8C27B26528B5}" type="par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ABB1C77D-6484-44EE-BA08-5FD82CB98E2A}" type="sib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1AAC417A-2E59-45AC-8979-21DD77DDEF2D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Kundenservice: weniger Beschwerden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Parkraum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bewirtschaftung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Imageverbesserung für Stakeholder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Einmalige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r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Aufwand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 für Entwicklung (Verbesserung)</a:t>
          </a:r>
          <a:endParaRPr lang="de-DE" sz="1200" b="0" i="0" u="none">
            <a:solidFill>
              <a:srgbClr val="000000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785D2B26-3E94-48A7-A90F-4309C1E37B9D}" type="par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C450A5C7-BD93-4661-BA42-BF64FB704131}" type="sib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12066E7A-8A6A-478F-9CA2-C80676BB0EF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Abhängigkeit zur Antwortzeit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51912109-670E-48D2-A32A-CEA83A65B973}" type="par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E0F732D3-B05E-47CC-8CC0-B78F3DC76291}" type="sib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40BCB61F-994A-434F-A73D-24A81DE40E4E}" type="pres">
      <dgm:prSet presAssocID="{DBEE43A9-5AB9-43E6-972B-DC4FB2C6AF67}" presName="diagram" presStyleCnt="0">
        <dgm:presLayoutVars>
          <dgm:chMax val="1"/>
          <dgm:dir val="norm"/>
          <dgm:animLvl val="ctr"/>
          <dgm:resizeHandles val="exact"/>
        </dgm:presLayoutVars>
      </dgm:prSet>
      <dgm:spPr bwMode="auto"/>
    </dgm:pt>
    <dgm:pt modelId="{381BB033-A038-4207-8A4A-B6E7D6A99CB2}" type="pres">
      <dgm:prSet presAssocID="{DBEE43A9-5AB9-43E6-972B-DC4FB2C6AF67}" presName="matrix" presStyleCnt="0"/>
      <dgm:spPr bwMode="auto"/>
    </dgm:pt>
    <dgm:pt modelId="{27C13C5D-4316-4ACD-BFED-8A7E4D6252A9}" type="pres">
      <dgm:prSet presAssocID="{DBEE43A9-5AB9-43E6-972B-DC4FB2C6AF67}" presName="tile1" presStyleLbl="node1" presStyleIdx="0" presStyleCnt="4"/>
      <dgm:spPr bwMode="auto"/>
    </dgm:pt>
    <dgm:pt modelId="{04324AB9-CF40-4C53-9CA2-CDA6B5ADB94C}" type="pres">
      <dgm:prSet presAssocID="{DBEE43A9-5AB9-43E6-972B-DC4FB2C6AF67}" presName="tile1text" presStyleLbl="node1" presStyleIdx="0" presStyleCnt="4">
        <dgm:presLayoutVars>
          <dgm:chMax val="0"/>
          <dgm:chPref val="0"/>
          <dgm:bulletEnabled val="1"/>
        </dgm:presLayoutVars>
      </dgm:prSet>
      <dgm:spPr bwMode="auto"/>
    </dgm:pt>
    <dgm:pt modelId="{2798F6CF-BB07-47BD-AB88-039B6E2E438F}" type="pres">
      <dgm:prSet presAssocID="{DBEE43A9-5AB9-43E6-972B-DC4FB2C6AF67}" presName="tile2" presStyleLbl="node1" presStyleIdx="1" presStyleCnt="4"/>
      <dgm:spPr bwMode="auto"/>
    </dgm:pt>
    <dgm:pt modelId="{624B0888-DBAB-4C0B-8F92-AAF6E362B10F}" type="pres">
      <dgm:prSet presAssocID="{DBEE43A9-5AB9-43E6-972B-DC4FB2C6AF67}" presName="tile2text" presStyleLbl="node1" presStyleIdx="1" presStyleCnt="4">
        <dgm:presLayoutVars>
          <dgm:chMax val="0"/>
          <dgm:chPref val="0"/>
          <dgm:bulletEnabled val="1"/>
        </dgm:presLayoutVars>
      </dgm:prSet>
      <dgm:spPr bwMode="auto"/>
    </dgm:pt>
    <dgm:pt modelId="{4A88EE6C-C35D-45E2-80C7-0E4208B9079B}" type="pres">
      <dgm:prSet presAssocID="{DBEE43A9-5AB9-43E6-972B-DC4FB2C6AF67}" presName="tile3" presStyleLbl="node1" presStyleIdx="2" presStyleCnt="4"/>
      <dgm:spPr bwMode="auto"/>
    </dgm:pt>
    <dgm:pt modelId="{8A832E47-F264-4BED-8CBD-B61F08940C42}" type="pres">
      <dgm:prSet presAssocID="{DBEE43A9-5AB9-43E6-972B-DC4FB2C6AF67}" presName="tile3text" presStyleLbl="node1" presStyleIdx="2" presStyleCnt="4">
        <dgm:presLayoutVars>
          <dgm:chMax val="0"/>
          <dgm:chPref val="0"/>
          <dgm:bulletEnabled val="1"/>
        </dgm:presLayoutVars>
      </dgm:prSet>
      <dgm:spPr bwMode="auto"/>
    </dgm:pt>
    <dgm:pt modelId="{D96B79B5-E17E-4552-87B3-953753C18B24}" type="pres">
      <dgm:prSet presAssocID="{DBEE43A9-5AB9-43E6-972B-DC4FB2C6AF67}" presName="tile4" presStyleLbl="node1" presStyleIdx="3" presStyleCnt="4"/>
      <dgm:spPr bwMode="auto"/>
    </dgm:pt>
    <dgm:pt modelId="{E4972E6B-67FB-4FD8-B427-443E83535554}" type="pres">
      <dgm:prSet presAssocID="{DBEE43A9-5AB9-43E6-972B-DC4FB2C6AF67}" presName="tile4text" presStyleLbl="node1" presStyleIdx="3" presStyleCnt="4">
        <dgm:presLayoutVars>
          <dgm:chMax val="0"/>
          <dgm:chPref val="0"/>
          <dgm:bulletEnabled val="1"/>
        </dgm:presLayoutVars>
      </dgm:prSet>
      <dgm:spPr bwMode="auto"/>
    </dgm:pt>
    <dgm:pt modelId="{87A1ED12-C174-40B8-BD7D-68454879CCC2}" type="pres">
      <dgm:prSet presAssocID="{DBEE43A9-5AB9-43E6-972B-DC4FB2C6AF67}" presName="centerTile" presStyleLbl="fgShp" presStyleIdx="0" presStyleCnt="1">
        <dgm:presLayoutVars>
          <dgm:chMax val="0"/>
          <dgm:chPref val="0"/>
        </dgm:presLayoutVars>
      </dgm:prSet>
      <dgm:spPr bwMode="auto"/>
    </dgm:pt>
  </dgm:ptLst>
  <dgm:cxnLst>
    <dgm:cxn modelId="{5DDB7001-4AB9-4AE9-990A-A90950043CF1}" type="presOf" srcId="{12066E7A-8A6A-478F-9CA2-C80676BB0EF7}" destId="{E4972E6B-67FB-4FD8-B427-443E83535554}" srcOrd="1" destOrd="0" presId="urn:microsoft.com/office/officeart/2005/8/layout/matrix1"/>
    <dgm:cxn modelId="{3DFE410F-8772-422F-9D32-D0E63C6E6B11}" type="parOf" srcId="{DBEE43A9-5AB9-43E6-972B-DC4FB2C6AF67}" destId="{938F4467-687B-48BA-BAA3-94FB9ACBBB20}" srcOrd="0" destOrd="0" parTransId="{28F8934C-2DF0-4809-8A5B-8FE040195501}" sibTransId="{2B95D73E-782D-4CC9-91AD-ACD976A3CF8D}"/>
    <dgm:cxn modelId="{F774F215-088E-4BD6-9E7E-BC30C9642063}" type="presOf" srcId="{938F4467-687B-48BA-BAA3-94FB9ACBBB20}" destId="{87A1ED12-C174-40B8-BD7D-68454879CCC2}" srcOrd="0" destOrd="0" presId="urn:microsoft.com/office/officeart/2005/8/layout/matrix1"/>
    <dgm:cxn modelId="{2F35EE18-EE63-48B7-AFD1-C81245858BC1}" type="presOf" srcId="{7020CDCB-A499-44AB-95B6-73DB839DD2D4}" destId="{04324AB9-CF40-4C53-9CA2-CDA6B5ADB94C}" srcOrd="1" destOrd="0" presId="urn:microsoft.com/office/officeart/2005/8/layout/matrix1"/>
    <dgm:cxn modelId="{9F37E91D-440D-4938-B45F-BD004FDA4209}" type="parOf" srcId="{938F4467-687B-48BA-BAA3-94FB9ACBBB20}" destId="{AA73BA8C-28F6-4AD5-B159-8E864C681697}" srcOrd="1" destOrd="0" parTransId="{33018E72-9393-4C85-818F-8C27B26528B5}" sibTransId="{ABB1C77D-6484-44EE-BA08-5FD82CB98E2A}"/>
    <dgm:cxn modelId="{5CD5045B-6AE6-4E7C-9373-026244D68E09}" type="presOf" srcId="{DBEE43A9-5AB9-43E6-972B-DC4FB2C6AF67}" destId="{40BCB61F-994A-434F-A73D-24A81DE40E4E}" srcOrd="0" destOrd="0" presId="urn:microsoft.com/office/officeart/2005/8/layout/matrix1"/>
    <dgm:cxn modelId="{B80B1C6D-4B49-4730-BCC5-D080277EB3FA}" type="presOf" srcId="{AA73BA8C-28F6-4AD5-B159-8E864C681697}" destId="{2798F6CF-BB07-47BD-AB88-039B6E2E438F}" srcOrd="0" destOrd="0" presId="urn:microsoft.com/office/officeart/2005/8/layout/matrix1"/>
    <dgm:cxn modelId="{B6B2A752-31E4-4D3E-B1E1-C808EB91E5FB}" type="parOf" srcId="{938F4467-687B-48BA-BAA3-94FB9ACBBB20}" destId="{7020CDCB-A499-44AB-95B6-73DB839DD2D4}" srcOrd="0" destOrd="0" parTransId="{4167CD66-EA28-4300-BF9C-157958D767A7}" sibTransId="{CB71329A-ABFF-496E-80B8-3C80E50FF90F}"/>
    <dgm:cxn modelId="{A2B8E155-B4AD-419A-AD69-AD5D27C92E8A}" type="presOf" srcId="{7020CDCB-A499-44AB-95B6-73DB839DD2D4}" destId="{27C13C5D-4316-4ACD-BFED-8A7E4D6252A9}" srcOrd="0" destOrd="0" presId="urn:microsoft.com/office/officeart/2005/8/layout/matrix1"/>
    <dgm:cxn modelId="{D1FB5AAC-4129-46D6-9103-64238041DADE}" type="presOf" srcId="{AA73BA8C-28F6-4AD5-B159-8E864C681697}" destId="{624B0888-DBAB-4C0B-8F92-AAF6E362B10F}" srcOrd="1" destOrd="0" presId="urn:microsoft.com/office/officeart/2005/8/layout/matrix1"/>
    <dgm:cxn modelId="{15DCF6BE-BBE3-4746-BD77-0B21105A671A}" type="presOf" srcId="{1AAC417A-2E59-45AC-8979-21DD77DDEF2D}" destId="{4A88EE6C-C35D-45E2-80C7-0E4208B9079B}" srcOrd="0" destOrd="0" presId="urn:microsoft.com/office/officeart/2005/8/layout/matrix1"/>
    <dgm:cxn modelId="{99D8CCC3-7FF1-4D1E-86C3-7AE6F9F47C27}" type="parOf" srcId="{938F4467-687B-48BA-BAA3-94FB9ACBBB20}" destId="{1AAC417A-2E59-45AC-8979-21DD77DDEF2D}" srcOrd="2" destOrd="0" parTransId="{785D2B26-3E94-48A7-A90F-4309C1E37B9D}" sibTransId="{C450A5C7-BD93-4661-BA42-BF64FB704131}"/>
    <dgm:cxn modelId="{B09893EB-3521-4945-83C5-697344438228}" type="presOf" srcId="{12066E7A-8A6A-478F-9CA2-C80676BB0EF7}" destId="{D96B79B5-E17E-4552-87B3-953753C18B24}" srcOrd="0" destOrd="0" presId="urn:microsoft.com/office/officeart/2005/8/layout/matrix1"/>
    <dgm:cxn modelId="{810009F5-DB16-47EC-81B3-0C077E8AF559}" type="parOf" srcId="{938F4467-687B-48BA-BAA3-94FB9ACBBB20}" destId="{12066E7A-8A6A-478F-9CA2-C80676BB0EF7}" srcOrd="3" destOrd="0" parTransId="{51912109-670E-48D2-A32A-CEA83A65B973}" sibTransId="{E0F732D3-B05E-47CC-8CC0-B78F3DC76291}"/>
    <dgm:cxn modelId="{E5D9EAFD-8238-4C5A-8AD6-D4314ED3F47E}" type="presOf" srcId="{1AAC417A-2E59-45AC-8979-21DD77DDEF2D}" destId="{8A832E47-F264-4BED-8CBD-B61F08940C42}" srcOrd="1" destOrd="0" presId="urn:microsoft.com/office/officeart/2005/8/layout/matrix1"/>
    <dgm:cxn modelId="{CE23D64D-3B5D-48BE-9A08-71AA13AF4912}" type="presParOf" srcId="{40BCB61F-994A-434F-A73D-24A81DE40E4E}" destId="{381BB033-A038-4207-8A4A-B6E7D6A99CB2}" srcOrd="0" destOrd="0" presId="urn:microsoft.com/office/officeart/2005/8/layout/matrix1"/>
    <dgm:cxn modelId="{5BF18788-1F80-412B-AE99-A366B796D9D9}" type="presParOf" srcId="{381BB033-A038-4207-8A4A-B6E7D6A99CB2}" destId="{27C13C5D-4316-4ACD-BFED-8A7E4D6252A9}" srcOrd="0" destOrd="0" presId="urn:microsoft.com/office/officeart/2005/8/layout/matrix1"/>
    <dgm:cxn modelId="{FFF56C1A-5422-4A8C-A74C-29E021D5A5C6}" type="presParOf" srcId="{381BB033-A038-4207-8A4A-B6E7D6A99CB2}" destId="{04324AB9-CF40-4C53-9CA2-CDA6B5ADB94C}" srcOrd="1" destOrd="0" presId="urn:microsoft.com/office/officeart/2005/8/layout/matrix1"/>
    <dgm:cxn modelId="{DD43D4BF-4A01-4E26-B29E-5CB8C288ADCF}" type="presParOf" srcId="{381BB033-A038-4207-8A4A-B6E7D6A99CB2}" destId="{2798F6CF-BB07-47BD-AB88-039B6E2E438F}" srcOrd="2" destOrd="0" presId="urn:microsoft.com/office/officeart/2005/8/layout/matrix1"/>
    <dgm:cxn modelId="{739F3F49-B5EE-4693-8A1B-020276FDA41B}" type="presParOf" srcId="{381BB033-A038-4207-8A4A-B6E7D6A99CB2}" destId="{624B0888-DBAB-4C0B-8F92-AAF6E362B10F}" srcOrd="3" destOrd="0" presId="urn:microsoft.com/office/officeart/2005/8/layout/matrix1"/>
    <dgm:cxn modelId="{70B65B37-DD32-4DE7-BB5B-2C1528563F40}" type="presParOf" srcId="{381BB033-A038-4207-8A4A-B6E7D6A99CB2}" destId="{4A88EE6C-C35D-45E2-80C7-0E4208B9079B}" srcOrd="4" destOrd="0" presId="urn:microsoft.com/office/officeart/2005/8/layout/matrix1"/>
    <dgm:cxn modelId="{DEB5514E-9BD9-4F73-89AE-358E46062F45}" type="presParOf" srcId="{381BB033-A038-4207-8A4A-B6E7D6A99CB2}" destId="{8A832E47-F264-4BED-8CBD-B61F08940C42}" srcOrd="5" destOrd="0" presId="urn:microsoft.com/office/officeart/2005/8/layout/matrix1"/>
    <dgm:cxn modelId="{103367DC-A5E6-4D4D-995A-C4B781256C00}" type="presParOf" srcId="{381BB033-A038-4207-8A4A-B6E7D6A99CB2}" destId="{D96B79B5-E17E-4552-87B3-953753C18B24}" srcOrd="6" destOrd="0" presId="urn:microsoft.com/office/officeart/2005/8/layout/matrix1"/>
    <dgm:cxn modelId="{19D2AE27-431A-469B-9A6B-E345A51B6227}" type="presParOf" srcId="{381BB033-A038-4207-8A4A-B6E7D6A99CB2}" destId="{E4972E6B-67FB-4FD8-B427-443E83535554}" srcOrd="7" destOrd="0" presId="urn:microsoft.com/office/officeart/2005/8/layout/matrix1"/>
    <dgm:cxn modelId="{215BDEC5-45BE-4E64-A6E4-ACC65B2B6B9C}" type="presParOf" srcId="{40BCB61F-994A-434F-A73D-24A81DE40E4E}" destId="{87A1ED12-C174-40B8-BD7D-68454879CCC2}" srcOrd="1" destOrd="0" presId="urn:microsoft.com/office/officeart/2005/8/layout/matrix1"/>
  </dgm:cxnLst>
  <dgm:bg/>
  <dgm:whole>
    <a:ln w="28575">
      <a:noFill/>
      <a:prstDash val="solid"/>
    </a:ln>
  </dgm:whole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BEE43A9-5AB9-43E6-972B-DC4FB2C6AF6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938F4467-687B-48BA-BAA3-94FB9ACBBB20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839"/>
            </a:spcAft>
            <a:defRPr/>
          </a:pPr>
          <a:r>
            <a:rPr b="0" i="0" u="none" strike="noStrike" cap="none" spc="0">
              <a:solidFill/>
              <a:latin typeface="Arial"/>
              <a:ea typeface="Arial"/>
              <a:cs typeface="Arial"/>
            </a:rPr>
            <a:t>Verfügbarkeit bei stark schwankender Nutzung</a:t>
          </a:r>
          <a:endParaRPr b="0" i="0" u="none" strike="noStrike" cap="none" spc="0">
            <a:solidFill/>
            <a:latin typeface="Arial"/>
            <a:cs typeface="Arial"/>
          </a:endParaRPr>
        </a:p>
      </dgm:t>
    </dgm:pt>
    <dgm:pt modelId="{28F8934C-2DF0-4809-8A5B-8FE040195501}" type="par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2B95D73E-782D-4CC9-91AD-ACD976A3CF8D}" type="sib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7020CDCB-A499-44AB-95B6-73DB839DD2D4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0"/>
            </a:lnSpc>
            <a:spcBef>
              <a:spcPts val="0"/>
            </a:spcBef>
            <a:spcAft>
              <a:spcPts val="671"/>
            </a:spcAft>
            <a:defRPr/>
          </a:pP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Ausgangslage &amp; Problem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: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Inkonsistente Performance im Tagesbetrieb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Spürbar für Kunden/Nutzer und Kundenservice/Support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</dgm:t>
    </dgm:pt>
    <dgm:pt modelId="{4167CD66-EA28-4300-BF9C-157958D767A7}" type="par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CB71329A-ABFF-496E-80B8-3C80E50FF90F}" type="sib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AA73BA8C-28F6-4AD5-B159-8E864C68169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0"/>
            </a:lnSpc>
            <a:spcBef>
              <a:spcPts val="0"/>
            </a:spcBef>
            <a:spcAft>
              <a:spcPts val="671"/>
            </a:spcAft>
            <a:defRPr/>
          </a:pP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Nut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zen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 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&amp; Erfolg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: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KPI: Antwortzeit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Reporting für Antwortzeit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</dgm:t>
    </dgm:pt>
    <dgm:pt modelId="{33018E72-9393-4C85-818F-8C27B26528B5}" type="par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ABB1C77D-6484-44EE-BA08-5FD82CB98E2A}" type="sib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1AAC417A-2E59-45AC-8979-21DD77DDEF2D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en-US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Endnutzer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Kundenservice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Parkraumberwirtschaftung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0"/>
            </a:lnSpc>
            <a:spcBef>
              <a:spcPts val="0"/>
            </a:spcBef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Image-Verbesserung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785D2B26-3E94-48A7-A90F-4309C1E37B9D}" type="par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C450A5C7-BD93-4661-BA42-BF64FB704131}" type="sib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12066E7A-8A6A-478F-9CA2-C80676BB0EF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Risiken &amp; Randbedingungen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: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/>
              <a:latin typeface="Arial"/>
              <a:ea typeface="Arial"/>
              <a:cs typeface="Arial"/>
            </a:rPr>
            <a:t>Abhängigkeit </a:t>
          </a: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zu Lastspitzen</a:t>
          </a:r>
          <a:endParaRPr sz="1200" b="0" i="0" u="none" strike="noStrike" cap="none" spc="0">
            <a:solidFill/>
            <a:latin typeface="Arial"/>
            <a:cs typeface="Arial"/>
          </a:endParaRPr>
        </a:p>
      </dgm:t>
    </dgm:pt>
    <dgm:pt modelId="{51912109-670E-48D2-A32A-CEA83A65B973}" type="par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E0F732D3-B05E-47CC-8CC0-B78F3DC76291}" type="sib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40BCB61F-994A-434F-A73D-24A81DE40E4E}" type="pres">
      <dgm:prSet presAssocID="{DBEE43A9-5AB9-43E6-972B-DC4FB2C6AF67}" presName="diagram" presStyleCnt="0">
        <dgm:presLayoutVars>
          <dgm:chMax val="1"/>
          <dgm:dir val="norm"/>
          <dgm:animLvl val="ctr"/>
          <dgm:resizeHandles val="exact"/>
        </dgm:presLayoutVars>
      </dgm:prSet>
      <dgm:spPr bwMode="auto"/>
    </dgm:pt>
    <dgm:pt modelId="{381BB033-A038-4207-8A4A-B6E7D6A99CB2}" type="pres">
      <dgm:prSet presAssocID="{DBEE43A9-5AB9-43E6-972B-DC4FB2C6AF67}" presName="matrix" presStyleCnt="0"/>
      <dgm:spPr bwMode="auto"/>
    </dgm:pt>
    <dgm:pt modelId="{27C13C5D-4316-4ACD-BFED-8A7E4D6252A9}" type="pres">
      <dgm:prSet presAssocID="{DBEE43A9-5AB9-43E6-972B-DC4FB2C6AF67}" presName="tile1" presStyleLbl="node1" presStyleIdx="0" presStyleCnt="4"/>
      <dgm:spPr bwMode="auto"/>
    </dgm:pt>
    <dgm:pt modelId="{04324AB9-CF40-4C53-9CA2-CDA6B5ADB94C}" type="pres">
      <dgm:prSet presAssocID="{DBEE43A9-5AB9-43E6-972B-DC4FB2C6AF67}" presName="tile1text" presStyleLbl="node1" presStyleIdx="0" presStyleCnt="4">
        <dgm:presLayoutVars>
          <dgm:chMax val="0"/>
          <dgm:chPref val="0"/>
          <dgm:bulletEnabled val="1"/>
        </dgm:presLayoutVars>
      </dgm:prSet>
      <dgm:spPr bwMode="auto"/>
    </dgm:pt>
    <dgm:pt modelId="{2798F6CF-BB07-47BD-AB88-039B6E2E438F}" type="pres">
      <dgm:prSet presAssocID="{DBEE43A9-5AB9-43E6-972B-DC4FB2C6AF67}" presName="tile2" presStyleLbl="node1" presStyleIdx="1" presStyleCnt="4"/>
      <dgm:spPr bwMode="auto"/>
    </dgm:pt>
    <dgm:pt modelId="{624B0888-DBAB-4C0B-8F92-AAF6E362B10F}" type="pres">
      <dgm:prSet presAssocID="{DBEE43A9-5AB9-43E6-972B-DC4FB2C6AF67}" presName="tile2text" presStyleLbl="node1" presStyleIdx="1" presStyleCnt="4">
        <dgm:presLayoutVars>
          <dgm:chMax val="0"/>
          <dgm:chPref val="0"/>
          <dgm:bulletEnabled val="1"/>
        </dgm:presLayoutVars>
      </dgm:prSet>
      <dgm:spPr bwMode="auto"/>
    </dgm:pt>
    <dgm:pt modelId="{4A88EE6C-C35D-45E2-80C7-0E4208B9079B}" type="pres">
      <dgm:prSet presAssocID="{DBEE43A9-5AB9-43E6-972B-DC4FB2C6AF67}" presName="tile3" presStyleLbl="node1" presStyleIdx="2" presStyleCnt="4"/>
      <dgm:spPr bwMode="auto"/>
    </dgm:pt>
    <dgm:pt modelId="{8A832E47-F264-4BED-8CBD-B61F08940C42}" type="pres">
      <dgm:prSet presAssocID="{DBEE43A9-5AB9-43E6-972B-DC4FB2C6AF67}" presName="tile3text" presStyleLbl="node1" presStyleIdx="2" presStyleCnt="4">
        <dgm:presLayoutVars>
          <dgm:chMax val="0"/>
          <dgm:chPref val="0"/>
          <dgm:bulletEnabled val="1"/>
        </dgm:presLayoutVars>
      </dgm:prSet>
      <dgm:spPr bwMode="auto"/>
    </dgm:pt>
    <dgm:pt modelId="{D96B79B5-E17E-4552-87B3-953753C18B24}" type="pres">
      <dgm:prSet presAssocID="{DBEE43A9-5AB9-43E6-972B-DC4FB2C6AF67}" presName="tile4" presStyleLbl="node1" presStyleIdx="3" presStyleCnt="4"/>
      <dgm:spPr bwMode="auto"/>
    </dgm:pt>
    <dgm:pt modelId="{E4972E6B-67FB-4FD8-B427-443E83535554}" type="pres">
      <dgm:prSet presAssocID="{DBEE43A9-5AB9-43E6-972B-DC4FB2C6AF67}" presName="tile4text" presStyleLbl="node1" presStyleIdx="3" presStyleCnt="4">
        <dgm:presLayoutVars>
          <dgm:chMax val="0"/>
          <dgm:chPref val="0"/>
          <dgm:bulletEnabled val="1"/>
        </dgm:presLayoutVars>
      </dgm:prSet>
      <dgm:spPr bwMode="auto"/>
    </dgm:pt>
    <dgm:pt modelId="{87A1ED12-C174-40B8-BD7D-68454879CCC2}" type="pres">
      <dgm:prSet presAssocID="{DBEE43A9-5AB9-43E6-972B-DC4FB2C6AF67}" presName="centerTile" presStyleLbl="fgShp" presStyleIdx="0" presStyleCnt="1">
        <dgm:presLayoutVars>
          <dgm:chMax val="0"/>
          <dgm:chPref val="0"/>
        </dgm:presLayoutVars>
      </dgm:prSet>
      <dgm:spPr bwMode="auto"/>
    </dgm:pt>
  </dgm:ptLst>
  <dgm:cxnLst>
    <dgm:cxn modelId="{5DDB7001-4AB9-4AE9-990A-A90950043CF1}" type="presOf" srcId="{12066E7A-8A6A-478F-9CA2-C80676BB0EF7}" destId="{E4972E6B-67FB-4FD8-B427-443E83535554}" srcOrd="1" destOrd="0" presId="urn:microsoft.com/office/officeart/2005/8/layout/matrix1"/>
    <dgm:cxn modelId="{3DFE410F-8772-422F-9D32-D0E63C6E6B11}" type="parOf" srcId="{DBEE43A9-5AB9-43E6-972B-DC4FB2C6AF67}" destId="{938F4467-687B-48BA-BAA3-94FB9ACBBB20}" srcOrd="0" destOrd="0" parTransId="{28F8934C-2DF0-4809-8A5B-8FE040195501}" sibTransId="{2B95D73E-782D-4CC9-91AD-ACD976A3CF8D}"/>
    <dgm:cxn modelId="{F774F215-088E-4BD6-9E7E-BC30C9642063}" type="presOf" srcId="{938F4467-687B-48BA-BAA3-94FB9ACBBB20}" destId="{87A1ED12-C174-40B8-BD7D-68454879CCC2}" srcOrd="0" destOrd="0" presId="urn:microsoft.com/office/officeart/2005/8/layout/matrix1"/>
    <dgm:cxn modelId="{2F35EE18-EE63-48B7-AFD1-C81245858BC1}" type="presOf" srcId="{7020CDCB-A499-44AB-95B6-73DB839DD2D4}" destId="{04324AB9-CF40-4C53-9CA2-CDA6B5ADB94C}" srcOrd="1" destOrd="0" presId="urn:microsoft.com/office/officeart/2005/8/layout/matrix1"/>
    <dgm:cxn modelId="{9F37E91D-440D-4938-B45F-BD004FDA4209}" type="parOf" srcId="{938F4467-687B-48BA-BAA3-94FB9ACBBB20}" destId="{AA73BA8C-28F6-4AD5-B159-8E864C681697}" srcOrd="1" destOrd="0" parTransId="{33018E72-9393-4C85-818F-8C27B26528B5}" sibTransId="{ABB1C77D-6484-44EE-BA08-5FD82CB98E2A}"/>
    <dgm:cxn modelId="{5CD5045B-6AE6-4E7C-9373-026244D68E09}" type="presOf" srcId="{DBEE43A9-5AB9-43E6-972B-DC4FB2C6AF67}" destId="{40BCB61F-994A-434F-A73D-24A81DE40E4E}" srcOrd="0" destOrd="0" presId="urn:microsoft.com/office/officeart/2005/8/layout/matrix1"/>
    <dgm:cxn modelId="{B80B1C6D-4B49-4730-BCC5-D080277EB3FA}" type="presOf" srcId="{AA73BA8C-28F6-4AD5-B159-8E864C681697}" destId="{2798F6CF-BB07-47BD-AB88-039B6E2E438F}" srcOrd="0" destOrd="0" presId="urn:microsoft.com/office/officeart/2005/8/layout/matrix1"/>
    <dgm:cxn modelId="{B6B2A752-31E4-4D3E-B1E1-C808EB91E5FB}" type="parOf" srcId="{938F4467-687B-48BA-BAA3-94FB9ACBBB20}" destId="{7020CDCB-A499-44AB-95B6-73DB839DD2D4}" srcOrd="0" destOrd="0" parTransId="{4167CD66-EA28-4300-BF9C-157958D767A7}" sibTransId="{CB71329A-ABFF-496E-80B8-3C80E50FF90F}"/>
    <dgm:cxn modelId="{A2B8E155-B4AD-419A-AD69-AD5D27C92E8A}" type="presOf" srcId="{7020CDCB-A499-44AB-95B6-73DB839DD2D4}" destId="{27C13C5D-4316-4ACD-BFED-8A7E4D6252A9}" srcOrd="0" destOrd="0" presId="urn:microsoft.com/office/officeart/2005/8/layout/matrix1"/>
    <dgm:cxn modelId="{D1FB5AAC-4129-46D6-9103-64238041DADE}" type="presOf" srcId="{AA73BA8C-28F6-4AD5-B159-8E864C681697}" destId="{624B0888-DBAB-4C0B-8F92-AAF6E362B10F}" srcOrd="1" destOrd="0" presId="urn:microsoft.com/office/officeart/2005/8/layout/matrix1"/>
    <dgm:cxn modelId="{15DCF6BE-BBE3-4746-BD77-0B21105A671A}" type="presOf" srcId="{1AAC417A-2E59-45AC-8979-21DD77DDEF2D}" destId="{4A88EE6C-C35D-45E2-80C7-0E4208B9079B}" srcOrd="0" destOrd="0" presId="urn:microsoft.com/office/officeart/2005/8/layout/matrix1"/>
    <dgm:cxn modelId="{99D8CCC3-7FF1-4D1E-86C3-7AE6F9F47C27}" type="parOf" srcId="{938F4467-687B-48BA-BAA3-94FB9ACBBB20}" destId="{1AAC417A-2E59-45AC-8979-21DD77DDEF2D}" srcOrd="2" destOrd="0" parTransId="{785D2B26-3E94-48A7-A90F-4309C1E37B9D}" sibTransId="{C450A5C7-BD93-4661-BA42-BF64FB704131}"/>
    <dgm:cxn modelId="{B09893EB-3521-4945-83C5-697344438228}" type="presOf" srcId="{12066E7A-8A6A-478F-9CA2-C80676BB0EF7}" destId="{D96B79B5-E17E-4552-87B3-953753C18B24}" srcOrd="0" destOrd="0" presId="urn:microsoft.com/office/officeart/2005/8/layout/matrix1"/>
    <dgm:cxn modelId="{810009F5-DB16-47EC-81B3-0C077E8AF559}" type="parOf" srcId="{938F4467-687B-48BA-BAA3-94FB9ACBBB20}" destId="{12066E7A-8A6A-478F-9CA2-C80676BB0EF7}" srcOrd="3" destOrd="0" parTransId="{51912109-670E-48D2-A32A-CEA83A65B973}" sibTransId="{E0F732D3-B05E-47CC-8CC0-B78F3DC76291}"/>
    <dgm:cxn modelId="{E5D9EAFD-8238-4C5A-8AD6-D4314ED3F47E}" type="presOf" srcId="{1AAC417A-2E59-45AC-8979-21DD77DDEF2D}" destId="{8A832E47-F264-4BED-8CBD-B61F08940C42}" srcOrd="1" destOrd="0" presId="urn:microsoft.com/office/officeart/2005/8/layout/matrix1"/>
    <dgm:cxn modelId="{CE23D64D-3B5D-48BE-9A08-71AA13AF4912}" type="presParOf" srcId="{40BCB61F-994A-434F-A73D-24A81DE40E4E}" destId="{381BB033-A038-4207-8A4A-B6E7D6A99CB2}" srcOrd="0" destOrd="0" presId="urn:microsoft.com/office/officeart/2005/8/layout/matrix1"/>
    <dgm:cxn modelId="{5BF18788-1F80-412B-AE99-A366B796D9D9}" type="presParOf" srcId="{381BB033-A038-4207-8A4A-B6E7D6A99CB2}" destId="{27C13C5D-4316-4ACD-BFED-8A7E4D6252A9}" srcOrd="0" destOrd="0" presId="urn:microsoft.com/office/officeart/2005/8/layout/matrix1"/>
    <dgm:cxn modelId="{FFF56C1A-5422-4A8C-A74C-29E021D5A5C6}" type="presParOf" srcId="{381BB033-A038-4207-8A4A-B6E7D6A99CB2}" destId="{04324AB9-CF40-4C53-9CA2-CDA6B5ADB94C}" srcOrd="1" destOrd="0" presId="urn:microsoft.com/office/officeart/2005/8/layout/matrix1"/>
    <dgm:cxn modelId="{DD43D4BF-4A01-4E26-B29E-5CB8C288ADCF}" type="presParOf" srcId="{381BB033-A038-4207-8A4A-B6E7D6A99CB2}" destId="{2798F6CF-BB07-47BD-AB88-039B6E2E438F}" srcOrd="2" destOrd="0" presId="urn:microsoft.com/office/officeart/2005/8/layout/matrix1"/>
    <dgm:cxn modelId="{739F3F49-B5EE-4693-8A1B-020276FDA41B}" type="presParOf" srcId="{381BB033-A038-4207-8A4A-B6E7D6A99CB2}" destId="{624B0888-DBAB-4C0B-8F92-AAF6E362B10F}" srcOrd="3" destOrd="0" presId="urn:microsoft.com/office/officeart/2005/8/layout/matrix1"/>
    <dgm:cxn modelId="{70B65B37-DD32-4DE7-BB5B-2C1528563F40}" type="presParOf" srcId="{381BB033-A038-4207-8A4A-B6E7D6A99CB2}" destId="{4A88EE6C-C35D-45E2-80C7-0E4208B9079B}" srcOrd="4" destOrd="0" presId="urn:microsoft.com/office/officeart/2005/8/layout/matrix1"/>
    <dgm:cxn modelId="{DEB5514E-9BD9-4F73-89AE-358E46062F45}" type="presParOf" srcId="{381BB033-A038-4207-8A4A-B6E7D6A99CB2}" destId="{8A832E47-F264-4BED-8CBD-B61F08940C42}" srcOrd="5" destOrd="0" presId="urn:microsoft.com/office/officeart/2005/8/layout/matrix1"/>
    <dgm:cxn modelId="{103367DC-A5E6-4D4D-995A-C4B781256C00}" type="presParOf" srcId="{381BB033-A038-4207-8A4A-B6E7D6A99CB2}" destId="{D96B79B5-E17E-4552-87B3-953753C18B24}" srcOrd="6" destOrd="0" presId="urn:microsoft.com/office/officeart/2005/8/layout/matrix1"/>
    <dgm:cxn modelId="{19D2AE27-431A-469B-9A6B-E345A51B6227}" type="presParOf" srcId="{381BB033-A038-4207-8A4A-B6E7D6A99CB2}" destId="{E4972E6B-67FB-4FD8-B427-443E83535554}" srcOrd="7" destOrd="0" presId="urn:microsoft.com/office/officeart/2005/8/layout/matrix1"/>
    <dgm:cxn modelId="{215BDEC5-45BE-4E64-A6E4-ACC65B2B6B9C}" type="presParOf" srcId="{40BCB61F-994A-434F-A73D-24A81DE40E4E}" destId="{87A1ED12-C174-40B8-BD7D-68454879CCC2}" srcOrd="1" destOrd="0" presId="urn:microsoft.com/office/officeart/2005/8/layout/matrix1"/>
  </dgm:cxnLst>
  <dgm:bg/>
  <dgm:whole>
    <a:ln w="28575">
      <a:noFill/>
      <a:prstDash val="solid"/>
    </a:ln>
  </dgm:whole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BEE43A9-5AB9-43E6-972B-DC4FB2C6AF6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938F4467-687B-48BA-BAA3-94FB9ACBBB20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r">
            <a:lnSpc>
              <a:spcPct val="90000"/>
            </a:lnSpc>
            <a:spcAft>
              <a:spcPts val="881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DSGVO-Konforme Datenverarbeitung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gm:t>
    </dgm:pt>
    <dgm:pt modelId="{28F8934C-2DF0-4809-8A5B-8FE040195501}" type="par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2B95D73E-782D-4CC9-91AD-ACD976A3CF8D}" type="sib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7020CDCB-A499-44AB-95B6-73DB839DD2D4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DSGVO Konformität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Sowohl im Betrieb, als auch der Entwicklung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4167CD66-EA28-4300-BF9C-157958D767A7}" type="par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CB71329A-ABFF-496E-80B8-3C80E50FF90F}" type="sib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AA73BA8C-28F6-4AD5-B159-8E864C68169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Einhalten gesetzlicher Vorgaben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Kein Rechtsstreit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33018E72-9393-4C85-818F-8C27B26528B5}" type="par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ABB1C77D-6484-44EE-BA08-5FD82CB98E2A}" type="sib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1AAC417A-2E59-45AC-8979-21DD77DDEF2D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Kundenservice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Entwicklung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Rechtsberatung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785D2B26-3E94-48A7-A90F-4309C1E37B9D}" type="par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C450A5C7-BD93-4661-BA42-BF64FB704131}" type="sib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12066E7A-8A6A-478F-9CA2-C80676BB0EF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Nichteinhalten der DSGVO birgt rechtliche Konsequenzen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51912109-670E-48D2-A32A-CEA83A65B973}" type="par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E0F732D3-B05E-47CC-8CC0-B78F3DC76291}" type="sib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40BCB61F-994A-434F-A73D-24A81DE40E4E}" type="pres">
      <dgm:prSet presAssocID="{DBEE43A9-5AB9-43E6-972B-DC4FB2C6AF67}" presName="diagram" presStyleCnt="0">
        <dgm:presLayoutVars>
          <dgm:chMax val="1"/>
          <dgm:dir val="norm"/>
          <dgm:animLvl val="ctr"/>
          <dgm:resizeHandles val="exact"/>
        </dgm:presLayoutVars>
      </dgm:prSet>
      <dgm:spPr bwMode="auto"/>
    </dgm:pt>
    <dgm:pt modelId="{381BB033-A038-4207-8A4A-B6E7D6A99CB2}" type="pres">
      <dgm:prSet presAssocID="{DBEE43A9-5AB9-43E6-972B-DC4FB2C6AF67}" presName="matrix" presStyleCnt="0"/>
      <dgm:spPr bwMode="auto"/>
    </dgm:pt>
    <dgm:pt modelId="{27C13C5D-4316-4ACD-BFED-8A7E4D6252A9}" type="pres">
      <dgm:prSet presAssocID="{DBEE43A9-5AB9-43E6-972B-DC4FB2C6AF67}" presName="tile1" presStyleLbl="node1" presStyleIdx="0" presStyleCnt="4"/>
      <dgm:spPr bwMode="auto"/>
    </dgm:pt>
    <dgm:pt modelId="{04324AB9-CF40-4C53-9CA2-CDA6B5ADB94C}" type="pres">
      <dgm:prSet presAssocID="{DBEE43A9-5AB9-43E6-972B-DC4FB2C6AF67}" presName="tile1text" presStyleLbl="node1" presStyleIdx="0" presStyleCnt="4">
        <dgm:presLayoutVars>
          <dgm:chMax val="0"/>
          <dgm:chPref val="0"/>
          <dgm:bulletEnabled val="1"/>
        </dgm:presLayoutVars>
      </dgm:prSet>
      <dgm:spPr bwMode="auto"/>
    </dgm:pt>
    <dgm:pt modelId="{2798F6CF-BB07-47BD-AB88-039B6E2E438F}" type="pres">
      <dgm:prSet presAssocID="{DBEE43A9-5AB9-43E6-972B-DC4FB2C6AF67}" presName="tile2" presStyleLbl="node1" presStyleIdx="1" presStyleCnt="4"/>
      <dgm:spPr bwMode="auto"/>
    </dgm:pt>
    <dgm:pt modelId="{624B0888-DBAB-4C0B-8F92-AAF6E362B10F}" type="pres">
      <dgm:prSet presAssocID="{DBEE43A9-5AB9-43E6-972B-DC4FB2C6AF67}" presName="tile2text" presStyleLbl="node1" presStyleIdx="1" presStyleCnt="4">
        <dgm:presLayoutVars>
          <dgm:chMax val="0"/>
          <dgm:chPref val="0"/>
          <dgm:bulletEnabled val="1"/>
        </dgm:presLayoutVars>
      </dgm:prSet>
      <dgm:spPr bwMode="auto"/>
    </dgm:pt>
    <dgm:pt modelId="{4A88EE6C-C35D-45E2-80C7-0E4208B9079B}" type="pres">
      <dgm:prSet presAssocID="{DBEE43A9-5AB9-43E6-972B-DC4FB2C6AF67}" presName="tile3" presStyleLbl="node1" presStyleIdx="2" presStyleCnt="4"/>
      <dgm:spPr bwMode="auto"/>
    </dgm:pt>
    <dgm:pt modelId="{8A832E47-F264-4BED-8CBD-B61F08940C42}" type="pres">
      <dgm:prSet presAssocID="{DBEE43A9-5AB9-43E6-972B-DC4FB2C6AF67}" presName="tile3text" presStyleLbl="node1" presStyleIdx="2" presStyleCnt="4">
        <dgm:presLayoutVars>
          <dgm:chMax val="0"/>
          <dgm:chPref val="0"/>
          <dgm:bulletEnabled val="1"/>
        </dgm:presLayoutVars>
      </dgm:prSet>
      <dgm:spPr bwMode="auto"/>
    </dgm:pt>
    <dgm:pt modelId="{D96B79B5-E17E-4552-87B3-953753C18B24}" type="pres">
      <dgm:prSet presAssocID="{DBEE43A9-5AB9-43E6-972B-DC4FB2C6AF67}" presName="tile4" presStyleLbl="node1" presStyleIdx="3" presStyleCnt="4"/>
      <dgm:spPr bwMode="auto"/>
    </dgm:pt>
    <dgm:pt modelId="{E4972E6B-67FB-4FD8-B427-443E83535554}" type="pres">
      <dgm:prSet presAssocID="{DBEE43A9-5AB9-43E6-972B-DC4FB2C6AF67}" presName="tile4text" presStyleLbl="node1" presStyleIdx="3" presStyleCnt="4">
        <dgm:presLayoutVars>
          <dgm:chMax val="0"/>
          <dgm:chPref val="0"/>
          <dgm:bulletEnabled val="1"/>
        </dgm:presLayoutVars>
      </dgm:prSet>
      <dgm:spPr bwMode="auto"/>
    </dgm:pt>
    <dgm:pt modelId="{87A1ED12-C174-40B8-BD7D-68454879CCC2}" type="pres">
      <dgm:prSet presAssocID="{DBEE43A9-5AB9-43E6-972B-DC4FB2C6AF67}" presName="centerTile" presStyleLbl="fgShp" presStyleIdx="0" presStyleCnt="1">
        <dgm:presLayoutVars>
          <dgm:chMax val="0"/>
          <dgm:chPref val="0"/>
        </dgm:presLayoutVars>
      </dgm:prSet>
      <dgm:spPr bwMode="auto"/>
    </dgm:pt>
  </dgm:ptLst>
  <dgm:cxnLst>
    <dgm:cxn modelId="{5DDB7001-4AB9-4AE9-990A-A90950043CF1}" type="presOf" srcId="{12066E7A-8A6A-478F-9CA2-C80676BB0EF7}" destId="{E4972E6B-67FB-4FD8-B427-443E83535554}" srcOrd="1" destOrd="0" presId="urn:microsoft.com/office/officeart/2005/8/layout/matrix1"/>
    <dgm:cxn modelId="{3DFE410F-8772-422F-9D32-D0E63C6E6B11}" type="parOf" srcId="{DBEE43A9-5AB9-43E6-972B-DC4FB2C6AF67}" destId="{938F4467-687B-48BA-BAA3-94FB9ACBBB20}" srcOrd="0" destOrd="0" parTransId="{28F8934C-2DF0-4809-8A5B-8FE040195501}" sibTransId="{2B95D73E-782D-4CC9-91AD-ACD976A3CF8D}"/>
    <dgm:cxn modelId="{F774F215-088E-4BD6-9E7E-BC30C9642063}" type="presOf" srcId="{938F4467-687B-48BA-BAA3-94FB9ACBBB20}" destId="{87A1ED12-C174-40B8-BD7D-68454879CCC2}" srcOrd="0" destOrd="0" presId="urn:microsoft.com/office/officeart/2005/8/layout/matrix1"/>
    <dgm:cxn modelId="{2F35EE18-EE63-48B7-AFD1-C81245858BC1}" type="presOf" srcId="{7020CDCB-A499-44AB-95B6-73DB839DD2D4}" destId="{04324AB9-CF40-4C53-9CA2-CDA6B5ADB94C}" srcOrd="1" destOrd="0" presId="urn:microsoft.com/office/officeart/2005/8/layout/matrix1"/>
    <dgm:cxn modelId="{9F37E91D-440D-4938-B45F-BD004FDA4209}" type="parOf" srcId="{938F4467-687B-48BA-BAA3-94FB9ACBBB20}" destId="{AA73BA8C-28F6-4AD5-B159-8E864C681697}" srcOrd="1" destOrd="0" parTransId="{33018E72-9393-4C85-818F-8C27B26528B5}" sibTransId="{ABB1C77D-6484-44EE-BA08-5FD82CB98E2A}"/>
    <dgm:cxn modelId="{5CD5045B-6AE6-4E7C-9373-026244D68E09}" type="presOf" srcId="{DBEE43A9-5AB9-43E6-972B-DC4FB2C6AF67}" destId="{40BCB61F-994A-434F-A73D-24A81DE40E4E}" srcOrd="0" destOrd="0" presId="urn:microsoft.com/office/officeart/2005/8/layout/matrix1"/>
    <dgm:cxn modelId="{B80B1C6D-4B49-4730-BCC5-D080277EB3FA}" type="presOf" srcId="{AA73BA8C-28F6-4AD5-B159-8E864C681697}" destId="{2798F6CF-BB07-47BD-AB88-039B6E2E438F}" srcOrd="0" destOrd="0" presId="urn:microsoft.com/office/officeart/2005/8/layout/matrix1"/>
    <dgm:cxn modelId="{B6B2A752-31E4-4D3E-B1E1-C808EB91E5FB}" type="parOf" srcId="{938F4467-687B-48BA-BAA3-94FB9ACBBB20}" destId="{7020CDCB-A499-44AB-95B6-73DB839DD2D4}" srcOrd="0" destOrd="0" parTransId="{4167CD66-EA28-4300-BF9C-157958D767A7}" sibTransId="{CB71329A-ABFF-496E-80B8-3C80E50FF90F}"/>
    <dgm:cxn modelId="{A2B8E155-B4AD-419A-AD69-AD5D27C92E8A}" type="presOf" srcId="{7020CDCB-A499-44AB-95B6-73DB839DD2D4}" destId="{27C13C5D-4316-4ACD-BFED-8A7E4D6252A9}" srcOrd="0" destOrd="0" presId="urn:microsoft.com/office/officeart/2005/8/layout/matrix1"/>
    <dgm:cxn modelId="{D1FB5AAC-4129-46D6-9103-64238041DADE}" type="presOf" srcId="{AA73BA8C-28F6-4AD5-B159-8E864C681697}" destId="{624B0888-DBAB-4C0B-8F92-AAF6E362B10F}" srcOrd="1" destOrd="0" presId="urn:microsoft.com/office/officeart/2005/8/layout/matrix1"/>
    <dgm:cxn modelId="{15DCF6BE-BBE3-4746-BD77-0B21105A671A}" type="presOf" srcId="{1AAC417A-2E59-45AC-8979-21DD77DDEF2D}" destId="{4A88EE6C-C35D-45E2-80C7-0E4208B9079B}" srcOrd="0" destOrd="0" presId="urn:microsoft.com/office/officeart/2005/8/layout/matrix1"/>
    <dgm:cxn modelId="{99D8CCC3-7FF1-4D1E-86C3-7AE6F9F47C27}" type="parOf" srcId="{938F4467-687B-48BA-BAA3-94FB9ACBBB20}" destId="{1AAC417A-2E59-45AC-8979-21DD77DDEF2D}" srcOrd="2" destOrd="0" parTransId="{785D2B26-3E94-48A7-A90F-4309C1E37B9D}" sibTransId="{C450A5C7-BD93-4661-BA42-BF64FB704131}"/>
    <dgm:cxn modelId="{B09893EB-3521-4945-83C5-697344438228}" type="presOf" srcId="{12066E7A-8A6A-478F-9CA2-C80676BB0EF7}" destId="{D96B79B5-E17E-4552-87B3-953753C18B24}" srcOrd="0" destOrd="0" presId="urn:microsoft.com/office/officeart/2005/8/layout/matrix1"/>
    <dgm:cxn modelId="{810009F5-DB16-47EC-81B3-0C077E8AF559}" type="parOf" srcId="{938F4467-687B-48BA-BAA3-94FB9ACBBB20}" destId="{12066E7A-8A6A-478F-9CA2-C80676BB0EF7}" srcOrd="3" destOrd="0" parTransId="{51912109-670E-48D2-A32A-CEA83A65B973}" sibTransId="{E0F732D3-B05E-47CC-8CC0-B78F3DC76291}"/>
    <dgm:cxn modelId="{E5D9EAFD-8238-4C5A-8AD6-D4314ED3F47E}" type="presOf" srcId="{1AAC417A-2E59-45AC-8979-21DD77DDEF2D}" destId="{8A832E47-F264-4BED-8CBD-B61F08940C42}" srcOrd="1" destOrd="0" presId="urn:microsoft.com/office/officeart/2005/8/layout/matrix1"/>
    <dgm:cxn modelId="{CE23D64D-3B5D-48BE-9A08-71AA13AF4912}" type="presParOf" srcId="{40BCB61F-994A-434F-A73D-24A81DE40E4E}" destId="{381BB033-A038-4207-8A4A-B6E7D6A99CB2}" srcOrd="0" destOrd="0" presId="urn:microsoft.com/office/officeart/2005/8/layout/matrix1"/>
    <dgm:cxn modelId="{5BF18788-1F80-412B-AE99-A366B796D9D9}" type="presParOf" srcId="{381BB033-A038-4207-8A4A-B6E7D6A99CB2}" destId="{27C13C5D-4316-4ACD-BFED-8A7E4D6252A9}" srcOrd="0" destOrd="0" presId="urn:microsoft.com/office/officeart/2005/8/layout/matrix1"/>
    <dgm:cxn modelId="{FFF56C1A-5422-4A8C-A74C-29E021D5A5C6}" type="presParOf" srcId="{381BB033-A038-4207-8A4A-B6E7D6A99CB2}" destId="{04324AB9-CF40-4C53-9CA2-CDA6B5ADB94C}" srcOrd="1" destOrd="0" presId="urn:microsoft.com/office/officeart/2005/8/layout/matrix1"/>
    <dgm:cxn modelId="{DD43D4BF-4A01-4E26-B29E-5CB8C288ADCF}" type="presParOf" srcId="{381BB033-A038-4207-8A4A-B6E7D6A99CB2}" destId="{2798F6CF-BB07-47BD-AB88-039B6E2E438F}" srcOrd="2" destOrd="0" presId="urn:microsoft.com/office/officeart/2005/8/layout/matrix1"/>
    <dgm:cxn modelId="{739F3F49-B5EE-4693-8A1B-020276FDA41B}" type="presParOf" srcId="{381BB033-A038-4207-8A4A-B6E7D6A99CB2}" destId="{624B0888-DBAB-4C0B-8F92-AAF6E362B10F}" srcOrd="3" destOrd="0" presId="urn:microsoft.com/office/officeart/2005/8/layout/matrix1"/>
    <dgm:cxn modelId="{70B65B37-DD32-4DE7-BB5B-2C1528563F40}" type="presParOf" srcId="{381BB033-A038-4207-8A4A-B6E7D6A99CB2}" destId="{4A88EE6C-C35D-45E2-80C7-0E4208B9079B}" srcOrd="4" destOrd="0" presId="urn:microsoft.com/office/officeart/2005/8/layout/matrix1"/>
    <dgm:cxn modelId="{DEB5514E-9BD9-4F73-89AE-358E46062F45}" type="presParOf" srcId="{381BB033-A038-4207-8A4A-B6E7D6A99CB2}" destId="{8A832E47-F264-4BED-8CBD-B61F08940C42}" srcOrd="5" destOrd="0" presId="urn:microsoft.com/office/officeart/2005/8/layout/matrix1"/>
    <dgm:cxn modelId="{103367DC-A5E6-4D4D-995A-C4B781256C00}" type="presParOf" srcId="{381BB033-A038-4207-8A4A-B6E7D6A99CB2}" destId="{D96B79B5-E17E-4552-87B3-953753C18B24}" srcOrd="6" destOrd="0" presId="urn:microsoft.com/office/officeart/2005/8/layout/matrix1"/>
    <dgm:cxn modelId="{19D2AE27-431A-469B-9A6B-E345A51B6227}" type="presParOf" srcId="{381BB033-A038-4207-8A4A-B6E7D6A99CB2}" destId="{E4972E6B-67FB-4FD8-B427-443E83535554}" srcOrd="7" destOrd="0" presId="urn:microsoft.com/office/officeart/2005/8/layout/matrix1"/>
    <dgm:cxn modelId="{215BDEC5-45BE-4E64-A6E4-ACC65B2B6B9C}" type="presParOf" srcId="{40BCB61F-994A-434F-A73D-24A81DE40E4E}" destId="{87A1ED12-C174-40B8-BD7D-68454879CCC2}" srcOrd="1" destOrd="0" presId="urn:microsoft.com/office/officeart/2005/8/layout/matrix1"/>
  </dgm:cxnLst>
  <dgm:bg/>
  <dgm:whole>
    <a:ln w="28575">
      <a:noFill/>
      <a:prstDash val="solid"/>
    </a:ln>
  </dgm:whole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BEE43A9-5AB9-43E6-972B-DC4FB2C6AF6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938F4467-687B-48BA-BAA3-94FB9ACBBB20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713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Vereinfachte/ Automatisierte Wartung durch predictive Maintenance</a:t>
          </a:r>
          <a:endParaRPr/>
        </a:p>
      </dgm:t>
    </dgm:pt>
    <dgm:pt modelId="{28F8934C-2DF0-4809-8A5B-8FE040195501}" type="par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2B95D73E-782D-4CC9-91AD-ACD976A3CF8D}" type="sib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7020CDCB-A499-44AB-95B6-73DB839DD2D4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Hoher manueller Betriebs- und Wartungsaufwand</a:t>
          </a:r>
          <a:endParaRPr lang="de-DE"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4167CD66-EA28-4300-BF9C-157958D767A7}" type="par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CB71329A-ABFF-496E-80B8-3C80E50FF90F}" type="sib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AA73BA8C-28F6-4AD5-B159-8E864C68169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Weniger manueller Aufwand</a:t>
          </a:r>
          <a:b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</a:b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	=&gt; Reduzierung von menschlichen Fehlern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KPI: Automatisierungsgrad min. 75%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Zufriedenere Mitarbeiter</a:t>
          </a:r>
          <a:b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</a:b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	=&gt; Weniger Kündigungen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33018E72-9393-4C85-818F-8C27B26528B5}" type="par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ABB1C77D-6484-44EE-BA08-5FD82CB98E2A}" type="sib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1AAC417A-2E59-45AC-8979-21DD77DDEF2D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Systembetrieb und Software Entwicklung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785D2B26-3E94-48A7-A90F-4309C1E37B9D}" type="par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C450A5C7-BD93-4661-BA42-BF64FB704131}" type="sib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12066E7A-8A6A-478F-9CA2-C80676BB0EF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Automatisierung funktioniert nicht wie erwünscht</a:t>
          </a:r>
          <a:endParaRPr lang="de-DE" sz="1200" b="0" i="0" u="none" strike="noStrike" cap="none" spc="0">
            <a:solidFill>
              <a:schemeClr val="bg1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Führt zu häufigere Wartung und dadurch zu höherem Aufwand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51912109-670E-48D2-A32A-CEA83A65B973}" type="par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E0F732D3-B05E-47CC-8CC0-B78F3DC76291}" type="sib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40BCB61F-994A-434F-A73D-24A81DE40E4E}" type="pres">
      <dgm:prSet presAssocID="{DBEE43A9-5AB9-43E6-972B-DC4FB2C6AF67}" presName="diagram" presStyleCnt="0">
        <dgm:presLayoutVars>
          <dgm:chMax val="1"/>
          <dgm:dir val="norm"/>
          <dgm:animLvl val="ctr"/>
          <dgm:resizeHandles val="exact"/>
        </dgm:presLayoutVars>
      </dgm:prSet>
      <dgm:spPr bwMode="auto"/>
    </dgm:pt>
    <dgm:pt modelId="{381BB033-A038-4207-8A4A-B6E7D6A99CB2}" type="pres">
      <dgm:prSet presAssocID="{DBEE43A9-5AB9-43E6-972B-DC4FB2C6AF67}" presName="matrix" presStyleCnt="0"/>
      <dgm:spPr bwMode="auto"/>
    </dgm:pt>
    <dgm:pt modelId="{27C13C5D-4316-4ACD-BFED-8A7E4D6252A9}" type="pres">
      <dgm:prSet presAssocID="{DBEE43A9-5AB9-43E6-972B-DC4FB2C6AF67}" presName="tile1" presStyleLbl="node1" presStyleIdx="0" presStyleCnt="4"/>
      <dgm:spPr bwMode="auto"/>
    </dgm:pt>
    <dgm:pt modelId="{04324AB9-CF40-4C53-9CA2-CDA6B5ADB94C}" type="pres">
      <dgm:prSet presAssocID="{DBEE43A9-5AB9-43E6-972B-DC4FB2C6AF67}" presName="tile1text" presStyleLbl="node1" presStyleIdx="0" presStyleCnt="4">
        <dgm:presLayoutVars>
          <dgm:chMax val="0"/>
          <dgm:chPref val="0"/>
          <dgm:bulletEnabled val="1"/>
        </dgm:presLayoutVars>
      </dgm:prSet>
      <dgm:spPr bwMode="auto"/>
    </dgm:pt>
    <dgm:pt modelId="{2798F6CF-BB07-47BD-AB88-039B6E2E438F}" type="pres">
      <dgm:prSet presAssocID="{DBEE43A9-5AB9-43E6-972B-DC4FB2C6AF67}" presName="tile2" presStyleLbl="node1" presStyleIdx="1" presStyleCnt="4"/>
      <dgm:spPr bwMode="auto"/>
    </dgm:pt>
    <dgm:pt modelId="{624B0888-DBAB-4C0B-8F92-AAF6E362B10F}" type="pres">
      <dgm:prSet presAssocID="{DBEE43A9-5AB9-43E6-972B-DC4FB2C6AF67}" presName="tile2text" presStyleLbl="node1" presStyleIdx="1" presStyleCnt="4">
        <dgm:presLayoutVars>
          <dgm:chMax val="0"/>
          <dgm:chPref val="0"/>
          <dgm:bulletEnabled val="1"/>
        </dgm:presLayoutVars>
      </dgm:prSet>
      <dgm:spPr bwMode="auto"/>
    </dgm:pt>
    <dgm:pt modelId="{4A88EE6C-C35D-45E2-80C7-0E4208B9079B}" type="pres">
      <dgm:prSet presAssocID="{DBEE43A9-5AB9-43E6-972B-DC4FB2C6AF67}" presName="tile3" presStyleLbl="node1" presStyleIdx="2" presStyleCnt="4"/>
      <dgm:spPr bwMode="auto"/>
    </dgm:pt>
    <dgm:pt modelId="{8A832E47-F264-4BED-8CBD-B61F08940C42}" type="pres">
      <dgm:prSet presAssocID="{DBEE43A9-5AB9-43E6-972B-DC4FB2C6AF67}" presName="tile3text" presStyleLbl="node1" presStyleIdx="2" presStyleCnt="4">
        <dgm:presLayoutVars>
          <dgm:chMax val="0"/>
          <dgm:chPref val="0"/>
          <dgm:bulletEnabled val="1"/>
        </dgm:presLayoutVars>
      </dgm:prSet>
      <dgm:spPr bwMode="auto"/>
    </dgm:pt>
    <dgm:pt modelId="{D96B79B5-E17E-4552-87B3-953753C18B24}" type="pres">
      <dgm:prSet presAssocID="{DBEE43A9-5AB9-43E6-972B-DC4FB2C6AF67}" presName="tile4" presStyleLbl="node1" presStyleIdx="3" presStyleCnt="4"/>
      <dgm:spPr bwMode="auto"/>
    </dgm:pt>
    <dgm:pt modelId="{E4972E6B-67FB-4FD8-B427-443E83535554}" type="pres">
      <dgm:prSet presAssocID="{DBEE43A9-5AB9-43E6-972B-DC4FB2C6AF67}" presName="tile4text" presStyleLbl="node1" presStyleIdx="3" presStyleCnt="4">
        <dgm:presLayoutVars>
          <dgm:chMax val="0"/>
          <dgm:chPref val="0"/>
          <dgm:bulletEnabled val="1"/>
        </dgm:presLayoutVars>
      </dgm:prSet>
      <dgm:spPr bwMode="auto"/>
    </dgm:pt>
    <dgm:pt modelId="{87A1ED12-C174-40B8-BD7D-68454879CCC2}" type="pres">
      <dgm:prSet presAssocID="{DBEE43A9-5AB9-43E6-972B-DC4FB2C6AF67}" presName="centerTile" presStyleLbl="fgShp" presStyleIdx="0" presStyleCnt="1">
        <dgm:presLayoutVars>
          <dgm:chMax val="0"/>
          <dgm:chPref val="0"/>
        </dgm:presLayoutVars>
      </dgm:prSet>
      <dgm:spPr bwMode="auto"/>
    </dgm:pt>
  </dgm:ptLst>
  <dgm:cxnLst>
    <dgm:cxn modelId="{5DDB7001-4AB9-4AE9-990A-A90950043CF1}" type="presOf" srcId="{12066E7A-8A6A-478F-9CA2-C80676BB0EF7}" destId="{E4972E6B-67FB-4FD8-B427-443E83535554}" srcOrd="1" destOrd="0" presId="urn:microsoft.com/office/officeart/2005/8/layout/matrix1"/>
    <dgm:cxn modelId="{3DFE410F-8772-422F-9D32-D0E63C6E6B11}" type="parOf" srcId="{DBEE43A9-5AB9-43E6-972B-DC4FB2C6AF67}" destId="{938F4467-687B-48BA-BAA3-94FB9ACBBB20}" srcOrd="0" destOrd="0" parTransId="{28F8934C-2DF0-4809-8A5B-8FE040195501}" sibTransId="{2B95D73E-782D-4CC9-91AD-ACD976A3CF8D}"/>
    <dgm:cxn modelId="{F774F215-088E-4BD6-9E7E-BC30C9642063}" type="presOf" srcId="{938F4467-687B-48BA-BAA3-94FB9ACBBB20}" destId="{87A1ED12-C174-40B8-BD7D-68454879CCC2}" srcOrd="0" destOrd="0" presId="urn:microsoft.com/office/officeart/2005/8/layout/matrix1"/>
    <dgm:cxn modelId="{2F35EE18-EE63-48B7-AFD1-C81245858BC1}" type="presOf" srcId="{7020CDCB-A499-44AB-95B6-73DB839DD2D4}" destId="{04324AB9-CF40-4C53-9CA2-CDA6B5ADB94C}" srcOrd="1" destOrd="0" presId="urn:microsoft.com/office/officeart/2005/8/layout/matrix1"/>
    <dgm:cxn modelId="{9F37E91D-440D-4938-B45F-BD004FDA4209}" type="parOf" srcId="{938F4467-687B-48BA-BAA3-94FB9ACBBB20}" destId="{AA73BA8C-28F6-4AD5-B159-8E864C681697}" srcOrd="1" destOrd="0" parTransId="{33018E72-9393-4C85-818F-8C27B26528B5}" sibTransId="{ABB1C77D-6484-44EE-BA08-5FD82CB98E2A}"/>
    <dgm:cxn modelId="{5CD5045B-6AE6-4E7C-9373-026244D68E09}" type="presOf" srcId="{DBEE43A9-5AB9-43E6-972B-DC4FB2C6AF67}" destId="{40BCB61F-994A-434F-A73D-24A81DE40E4E}" srcOrd="0" destOrd="0" presId="urn:microsoft.com/office/officeart/2005/8/layout/matrix1"/>
    <dgm:cxn modelId="{B80B1C6D-4B49-4730-BCC5-D080277EB3FA}" type="presOf" srcId="{AA73BA8C-28F6-4AD5-B159-8E864C681697}" destId="{2798F6CF-BB07-47BD-AB88-039B6E2E438F}" srcOrd="0" destOrd="0" presId="urn:microsoft.com/office/officeart/2005/8/layout/matrix1"/>
    <dgm:cxn modelId="{B6B2A752-31E4-4D3E-B1E1-C808EB91E5FB}" type="parOf" srcId="{938F4467-687B-48BA-BAA3-94FB9ACBBB20}" destId="{7020CDCB-A499-44AB-95B6-73DB839DD2D4}" srcOrd="0" destOrd="0" parTransId="{4167CD66-EA28-4300-BF9C-157958D767A7}" sibTransId="{CB71329A-ABFF-496E-80B8-3C80E50FF90F}"/>
    <dgm:cxn modelId="{A2B8E155-B4AD-419A-AD69-AD5D27C92E8A}" type="presOf" srcId="{7020CDCB-A499-44AB-95B6-73DB839DD2D4}" destId="{27C13C5D-4316-4ACD-BFED-8A7E4D6252A9}" srcOrd="0" destOrd="0" presId="urn:microsoft.com/office/officeart/2005/8/layout/matrix1"/>
    <dgm:cxn modelId="{D1FB5AAC-4129-46D6-9103-64238041DADE}" type="presOf" srcId="{AA73BA8C-28F6-4AD5-B159-8E864C681697}" destId="{624B0888-DBAB-4C0B-8F92-AAF6E362B10F}" srcOrd="1" destOrd="0" presId="urn:microsoft.com/office/officeart/2005/8/layout/matrix1"/>
    <dgm:cxn modelId="{15DCF6BE-BBE3-4746-BD77-0B21105A671A}" type="presOf" srcId="{1AAC417A-2E59-45AC-8979-21DD77DDEF2D}" destId="{4A88EE6C-C35D-45E2-80C7-0E4208B9079B}" srcOrd="0" destOrd="0" presId="urn:microsoft.com/office/officeart/2005/8/layout/matrix1"/>
    <dgm:cxn modelId="{99D8CCC3-7FF1-4D1E-86C3-7AE6F9F47C27}" type="parOf" srcId="{938F4467-687B-48BA-BAA3-94FB9ACBBB20}" destId="{1AAC417A-2E59-45AC-8979-21DD77DDEF2D}" srcOrd="2" destOrd="0" parTransId="{785D2B26-3E94-48A7-A90F-4309C1E37B9D}" sibTransId="{C450A5C7-BD93-4661-BA42-BF64FB704131}"/>
    <dgm:cxn modelId="{B09893EB-3521-4945-83C5-697344438228}" type="presOf" srcId="{12066E7A-8A6A-478F-9CA2-C80676BB0EF7}" destId="{D96B79B5-E17E-4552-87B3-953753C18B24}" srcOrd="0" destOrd="0" presId="urn:microsoft.com/office/officeart/2005/8/layout/matrix1"/>
    <dgm:cxn modelId="{810009F5-DB16-47EC-81B3-0C077E8AF559}" type="parOf" srcId="{938F4467-687B-48BA-BAA3-94FB9ACBBB20}" destId="{12066E7A-8A6A-478F-9CA2-C80676BB0EF7}" srcOrd="3" destOrd="0" parTransId="{51912109-670E-48D2-A32A-CEA83A65B973}" sibTransId="{E0F732D3-B05E-47CC-8CC0-B78F3DC76291}"/>
    <dgm:cxn modelId="{E5D9EAFD-8238-4C5A-8AD6-D4314ED3F47E}" type="presOf" srcId="{1AAC417A-2E59-45AC-8979-21DD77DDEF2D}" destId="{8A832E47-F264-4BED-8CBD-B61F08940C42}" srcOrd="1" destOrd="0" presId="urn:microsoft.com/office/officeart/2005/8/layout/matrix1"/>
    <dgm:cxn modelId="{CE23D64D-3B5D-48BE-9A08-71AA13AF4912}" type="presParOf" srcId="{40BCB61F-994A-434F-A73D-24A81DE40E4E}" destId="{381BB033-A038-4207-8A4A-B6E7D6A99CB2}" srcOrd="0" destOrd="0" presId="urn:microsoft.com/office/officeart/2005/8/layout/matrix1"/>
    <dgm:cxn modelId="{5BF18788-1F80-412B-AE99-A366B796D9D9}" type="presParOf" srcId="{381BB033-A038-4207-8A4A-B6E7D6A99CB2}" destId="{27C13C5D-4316-4ACD-BFED-8A7E4D6252A9}" srcOrd="0" destOrd="0" presId="urn:microsoft.com/office/officeart/2005/8/layout/matrix1"/>
    <dgm:cxn modelId="{FFF56C1A-5422-4A8C-A74C-29E021D5A5C6}" type="presParOf" srcId="{381BB033-A038-4207-8A4A-B6E7D6A99CB2}" destId="{04324AB9-CF40-4C53-9CA2-CDA6B5ADB94C}" srcOrd="1" destOrd="0" presId="urn:microsoft.com/office/officeart/2005/8/layout/matrix1"/>
    <dgm:cxn modelId="{DD43D4BF-4A01-4E26-B29E-5CB8C288ADCF}" type="presParOf" srcId="{381BB033-A038-4207-8A4A-B6E7D6A99CB2}" destId="{2798F6CF-BB07-47BD-AB88-039B6E2E438F}" srcOrd="2" destOrd="0" presId="urn:microsoft.com/office/officeart/2005/8/layout/matrix1"/>
    <dgm:cxn modelId="{739F3F49-B5EE-4693-8A1B-020276FDA41B}" type="presParOf" srcId="{381BB033-A038-4207-8A4A-B6E7D6A99CB2}" destId="{624B0888-DBAB-4C0B-8F92-AAF6E362B10F}" srcOrd="3" destOrd="0" presId="urn:microsoft.com/office/officeart/2005/8/layout/matrix1"/>
    <dgm:cxn modelId="{70B65B37-DD32-4DE7-BB5B-2C1528563F40}" type="presParOf" srcId="{381BB033-A038-4207-8A4A-B6E7D6A99CB2}" destId="{4A88EE6C-C35D-45E2-80C7-0E4208B9079B}" srcOrd="4" destOrd="0" presId="urn:microsoft.com/office/officeart/2005/8/layout/matrix1"/>
    <dgm:cxn modelId="{DEB5514E-9BD9-4F73-89AE-358E46062F45}" type="presParOf" srcId="{381BB033-A038-4207-8A4A-B6E7D6A99CB2}" destId="{8A832E47-F264-4BED-8CBD-B61F08940C42}" srcOrd="5" destOrd="0" presId="urn:microsoft.com/office/officeart/2005/8/layout/matrix1"/>
    <dgm:cxn modelId="{103367DC-A5E6-4D4D-995A-C4B781256C00}" type="presParOf" srcId="{381BB033-A038-4207-8A4A-B6E7D6A99CB2}" destId="{D96B79B5-E17E-4552-87B3-953753C18B24}" srcOrd="6" destOrd="0" presId="urn:microsoft.com/office/officeart/2005/8/layout/matrix1"/>
    <dgm:cxn modelId="{19D2AE27-431A-469B-9A6B-E345A51B6227}" type="presParOf" srcId="{381BB033-A038-4207-8A4A-B6E7D6A99CB2}" destId="{E4972E6B-67FB-4FD8-B427-443E83535554}" srcOrd="7" destOrd="0" presId="urn:microsoft.com/office/officeart/2005/8/layout/matrix1"/>
    <dgm:cxn modelId="{215BDEC5-45BE-4E64-A6E4-ACC65B2B6B9C}" type="presParOf" srcId="{40BCB61F-994A-434F-A73D-24A81DE40E4E}" destId="{87A1ED12-C174-40B8-BD7D-68454879CCC2}" srcOrd="1" destOrd="0" presId="urn:microsoft.com/office/officeart/2005/8/layout/matrix1"/>
  </dgm:cxnLst>
  <dgm:bg/>
  <dgm:whole>
    <a:ln w="28575">
      <a:noFill/>
      <a:prstDash val="solid"/>
    </a:ln>
  </dgm:whole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BEE43A9-5AB9-43E6-972B-DC4FB2C6AF6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938F4467-687B-48BA-BAA3-94FB9ACBBB20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lnSpc>
              <a:spcPct val="90000"/>
            </a:lnSpc>
            <a:spcAft>
              <a:spcPts val="1091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Regelmäßige Mitarbeiter schulungen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gm:t>
    </dgm:pt>
    <dgm:pt modelId="{28F8934C-2DF0-4809-8A5B-8FE040195501}" type="par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2B95D73E-782D-4CC9-91AD-ACD976A3CF8D}" type="sib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7020CDCB-A499-44AB-95B6-73DB839DD2D4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Kein Wissenstransfer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Integration neuer Mitarbeiter</a:t>
          </a:r>
          <a:endParaRPr lang="de-DE"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4167CD66-EA28-4300-BF9C-157958D767A7}" type="par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CB71329A-ABFF-496E-80B8-3C80E50FF90F}" type="sib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AA73BA8C-28F6-4AD5-B159-8E864C68169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Effizientere Arbeit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Weniger Frust, mehr Klarheit</a:t>
          </a:r>
          <a:endParaRPr lang="de-DE"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33018E72-9393-4C85-818F-8C27B26528B5}" type="par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ABB1C77D-6484-44EE-BA08-5FD82CB98E2A}" type="sib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1AAC417A-2E59-45AC-8979-21DD77DDEF2D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Alle Rollen, die mit dem System interagieren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Mitarbeiter die die Schulung besuchen müssen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785D2B26-3E94-48A7-A90F-4309C1E37B9D}" type="par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C450A5C7-BD93-4661-BA42-BF64FB704131}" type="sib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12066E7A-8A6A-478F-9CA2-C80676BB0EF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Mitarbeiter Akzeptanz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51912109-670E-48D2-A32A-CEA83A65B973}" type="par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E0F732D3-B05E-47CC-8CC0-B78F3DC76291}" type="sib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40BCB61F-994A-434F-A73D-24A81DE40E4E}" type="pres">
      <dgm:prSet presAssocID="{DBEE43A9-5AB9-43E6-972B-DC4FB2C6AF67}" presName="diagram" presStyleCnt="0">
        <dgm:presLayoutVars>
          <dgm:chMax val="1"/>
          <dgm:dir val="norm"/>
          <dgm:animLvl val="ctr"/>
          <dgm:resizeHandles val="exact"/>
        </dgm:presLayoutVars>
      </dgm:prSet>
      <dgm:spPr bwMode="auto"/>
    </dgm:pt>
    <dgm:pt modelId="{381BB033-A038-4207-8A4A-B6E7D6A99CB2}" type="pres">
      <dgm:prSet presAssocID="{DBEE43A9-5AB9-43E6-972B-DC4FB2C6AF67}" presName="matrix" presStyleCnt="0"/>
      <dgm:spPr bwMode="auto"/>
    </dgm:pt>
    <dgm:pt modelId="{27C13C5D-4316-4ACD-BFED-8A7E4D6252A9}" type="pres">
      <dgm:prSet presAssocID="{DBEE43A9-5AB9-43E6-972B-DC4FB2C6AF67}" presName="tile1" presStyleLbl="node1" presStyleIdx="0" presStyleCnt="4"/>
      <dgm:spPr bwMode="auto"/>
    </dgm:pt>
    <dgm:pt modelId="{04324AB9-CF40-4C53-9CA2-CDA6B5ADB94C}" type="pres">
      <dgm:prSet presAssocID="{DBEE43A9-5AB9-43E6-972B-DC4FB2C6AF67}" presName="tile1text" presStyleLbl="node1" presStyleIdx="0" presStyleCnt="4">
        <dgm:presLayoutVars>
          <dgm:chMax val="0"/>
          <dgm:chPref val="0"/>
          <dgm:bulletEnabled val="1"/>
        </dgm:presLayoutVars>
      </dgm:prSet>
      <dgm:spPr bwMode="auto"/>
    </dgm:pt>
    <dgm:pt modelId="{2798F6CF-BB07-47BD-AB88-039B6E2E438F}" type="pres">
      <dgm:prSet presAssocID="{DBEE43A9-5AB9-43E6-972B-DC4FB2C6AF67}" presName="tile2" presStyleLbl="node1" presStyleIdx="1" presStyleCnt="4"/>
      <dgm:spPr bwMode="auto"/>
    </dgm:pt>
    <dgm:pt modelId="{624B0888-DBAB-4C0B-8F92-AAF6E362B10F}" type="pres">
      <dgm:prSet presAssocID="{DBEE43A9-5AB9-43E6-972B-DC4FB2C6AF67}" presName="tile2text" presStyleLbl="node1" presStyleIdx="1" presStyleCnt="4">
        <dgm:presLayoutVars>
          <dgm:chMax val="0"/>
          <dgm:chPref val="0"/>
          <dgm:bulletEnabled val="1"/>
        </dgm:presLayoutVars>
      </dgm:prSet>
      <dgm:spPr bwMode="auto"/>
    </dgm:pt>
    <dgm:pt modelId="{4A88EE6C-C35D-45E2-80C7-0E4208B9079B}" type="pres">
      <dgm:prSet presAssocID="{DBEE43A9-5AB9-43E6-972B-DC4FB2C6AF67}" presName="tile3" presStyleLbl="node1" presStyleIdx="2" presStyleCnt="4"/>
      <dgm:spPr bwMode="auto"/>
    </dgm:pt>
    <dgm:pt modelId="{8A832E47-F264-4BED-8CBD-B61F08940C42}" type="pres">
      <dgm:prSet presAssocID="{DBEE43A9-5AB9-43E6-972B-DC4FB2C6AF67}" presName="tile3text" presStyleLbl="node1" presStyleIdx="2" presStyleCnt="4">
        <dgm:presLayoutVars>
          <dgm:chMax val="0"/>
          <dgm:chPref val="0"/>
          <dgm:bulletEnabled val="1"/>
        </dgm:presLayoutVars>
      </dgm:prSet>
      <dgm:spPr bwMode="auto"/>
    </dgm:pt>
    <dgm:pt modelId="{D96B79B5-E17E-4552-87B3-953753C18B24}" type="pres">
      <dgm:prSet presAssocID="{DBEE43A9-5AB9-43E6-972B-DC4FB2C6AF67}" presName="tile4" presStyleLbl="node1" presStyleIdx="3" presStyleCnt="4"/>
      <dgm:spPr bwMode="auto"/>
    </dgm:pt>
    <dgm:pt modelId="{E4972E6B-67FB-4FD8-B427-443E83535554}" type="pres">
      <dgm:prSet presAssocID="{DBEE43A9-5AB9-43E6-972B-DC4FB2C6AF67}" presName="tile4text" presStyleLbl="node1" presStyleIdx="3" presStyleCnt="4">
        <dgm:presLayoutVars>
          <dgm:chMax val="0"/>
          <dgm:chPref val="0"/>
          <dgm:bulletEnabled val="1"/>
        </dgm:presLayoutVars>
      </dgm:prSet>
      <dgm:spPr bwMode="auto"/>
    </dgm:pt>
    <dgm:pt modelId="{87A1ED12-C174-40B8-BD7D-68454879CCC2}" type="pres">
      <dgm:prSet presAssocID="{DBEE43A9-5AB9-43E6-972B-DC4FB2C6AF67}" presName="centerTile" presStyleLbl="fgShp" presStyleIdx="0" presStyleCnt="1">
        <dgm:presLayoutVars>
          <dgm:chMax val="0"/>
          <dgm:chPref val="0"/>
        </dgm:presLayoutVars>
      </dgm:prSet>
      <dgm:spPr bwMode="auto"/>
    </dgm:pt>
  </dgm:ptLst>
  <dgm:cxnLst>
    <dgm:cxn modelId="{5DDB7001-4AB9-4AE9-990A-A90950043CF1}" type="presOf" srcId="{12066E7A-8A6A-478F-9CA2-C80676BB0EF7}" destId="{E4972E6B-67FB-4FD8-B427-443E83535554}" srcOrd="1" destOrd="0" presId="urn:microsoft.com/office/officeart/2005/8/layout/matrix1"/>
    <dgm:cxn modelId="{3DFE410F-8772-422F-9D32-D0E63C6E6B11}" type="parOf" srcId="{DBEE43A9-5AB9-43E6-972B-DC4FB2C6AF67}" destId="{938F4467-687B-48BA-BAA3-94FB9ACBBB20}" srcOrd="0" destOrd="0" parTransId="{28F8934C-2DF0-4809-8A5B-8FE040195501}" sibTransId="{2B95D73E-782D-4CC9-91AD-ACD976A3CF8D}"/>
    <dgm:cxn modelId="{F774F215-088E-4BD6-9E7E-BC30C9642063}" type="presOf" srcId="{938F4467-687B-48BA-BAA3-94FB9ACBBB20}" destId="{87A1ED12-C174-40B8-BD7D-68454879CCC2}" srcOrd="0" destOrd="0" presId="urn:microsoft.com/office/officeart/2005/8/layout/matrix1"/>
    <dgm:cxn modelId="{2F35EE18-EE63-48B7-AFD1-C81245858BC1}" type="presOf" srcId="{7020CDCB-A499-44AB-95B6-73DB839DD2D4}" destId="{04324AB9-CF40-4C53-9CA2-CDA6B5ADB94C}" srcOrd="1" destOrd="0" presId="urn:microsoft.com/office/officeart/2005/8/layout/matrix1"/>
    <dgm:cxn modelId="{9F37E91D-440D-4938-B45F-BD004FDA4209}" type="parOf" srcId="{938F4467-687B-48BA-BAA3-94FB9ACBBB20}" destId="{AA73BA8C-28F6-4AD5-B159-8E864C681697}" srcOrd="1" destOrd="0" parTransId="{33018E72-9393-4C85-818F-8C27B26528B5}" sibTransId="{ABB1C77D-6484-44EE-BA08-5FD82CB98E2A}"/>
    <dgm:cxn modelId="{5CD5045B-6AE6-4E7C-9373-026244D68E09}" type="presOf" srcId="{DBEE43A9-5AB9-43E6-972B-DC4FB2C6AF67}" destId="{40BCB61F-994A-434F-A73D-24A81DE40E4E}" srcOrd="0" destOrd="0" presId="urn:microsoft.com/office/officeart/2005/8/layout/matrix1"/>
    <dgm:cxn modelId="{B80B1C6D-4B49-4730-BCC5-D080277EB3FA}" type="presOf" srcId="{AA73BA8C-28F6-4AD5-B159-8E864C681697}" destId="{2798F6CF-BB07-47BD-AB88-039B6E2E438F}" srcOrd="0" destOrd="0" presId="urn:microsoft.com/office/officeart/2005/8/layout/matrix1"/>
    <dgm:cxn modelId="{B6B2A752-31E4-4D3E-B1E1-C808EB91E5FB}" type="parOf" srcId="{938F4467-687B-48BA-BAA3-94FB9ACBBB20}" destId="{7020CDCB-A499-44AB-95B6-73DB839DD2D4}" srcOrd="0" destOrd="0" parTransId="{4167CD66-EA28-4300-BF9C-157958D767A7}" sibTransId="{CB71329A-ABFF-496E-80B8-3C80E50FF90F}"/>
    <dgm:cxn modelId="{A2B8E155-B4AD-419A-AD69-AD5D27C92E8A}" type="presOf" srcId="{7020CDCB-A499-44AB-95B6-73DB839DD2D4}" destId="{27C13C5D-4316-4ACD-BFED-8A7E4D6252A9}" srcOrd="0" destOrd="0" presId="urn:microsoft.com/office/officeart/2005/8/layout/matrix1"/>
    <dgm:cxn modelId="{D1FB5AAC-4129-46D6-9103-64238041DADE}" type="presOf" srcId="{AA73BA8C-28F6-4AD5-B159-8E864C681697}" destId="{624B0888-DBAB-4C0B-8F92-AAF6E362B10F}" srcOrd="1" destOrd="0" presId="urn:microsoft.com/office/officeart/2005/8/layout/matrix1"/>
    <dgm:cxn modelId="{15DCF6BE-BBE3-4746-BD77-0B21105A671A}" type="presOf" srcId="{1AAC417A-2E59-45AC-8979-21DD77DDEF2D}" destId="{4A88EE6C-C35D-45E2-80C7-0E4208B9079B}" srcOrd="0" destOrd="0" presId="urn:microsoft.com/office/officeart/2005/8/layout/matrix1"/>
    <dgm:cxn modelId="{99D8CCC3-7FF1-4D1E-86C3-7AE6F9F47C27}" type="parOf" srcId="{938F4467-687B-48BA-BAA3-94FB9ACBBB20}" destId="{1AAC417A-2E59-45AC-8979-21DD77DDEF2D}" srcOrd="2" destOrd="0" parTransId="{785D2B26-3E94-48A7-A90F-4309C1E37B9D}" sibTransId="{C450A5C7-BD93-4661-BA42-BF64FB704131}"/>
    <dgm:cxn modelId="{B09893EB-3521-4945-83C5-697344438228}" type="presOf" srcId="{12066E7A-8A6A-478F-9CA2-C80676BB0EF7}" destId="{D96B79B5-E17E-4552-87B3-953753C18B24}" srcOrd="0" destOrd="0" presId="urn:microsoft.com/office/officeart/2005/8/layout/matrix1"/>
    <dgm:cxn modelId="{810009F5-DB16-47EC-81B3-0C077E8AF559}" type="parOf" srcId="{938F4467-687B-48BA-BAA3-94FB9ACBBB20}" destId="{12066E7A-8A6A-478F-9CA2-C80676BB0EF7}" srcOrd="3" destOrd="0" parTransId="{51912109-670E-48D2-A32A-CEA83A65B973}" sibTransId="{E0F732D3-B05E-47CC-8CC0-B78F3DC76291}"/>
    <dgm:cxn modelId="{E5D9EAFD-8238-4C5A-8AD6-D4314ED3F47E}" type="presOf" srcId="{1AAC417A-2E59-45AC-8979-21DD77DDEF2D}" destId="{8A832E47-F264-4BED-8CBD-B61F08940C42}" srcOrd="1" destOrd="0" presId="urn:microsoft.com/office/officeart/2005/8/layout/matrix1"/>
    <dgm:cxn modelId="{CE23D64D-3B5D-48BE-9A08-71AA13AF4912}" type="presParOf" srcId="{40BCB61F-994A-434F-A73D-24A81DE40E4E}" destId="{381BB033-A038-4207-8A4A-B6E7D6A99CB2}" srcOrd="0" destOrd="0" presId="urn:microsoft.com/office/officeart/2005/8/layout/matrix1"/>
    <dgm:cxn modelId="{5BF18788-1F80-412B-AE99-A366B796D9D9}" type="presParOf" srcId="{381BB033-A038-4207-8A4A-B6E7D6A99CB2}" destId="{27C13C5D-4316-4ACD-BFED-8A7E4D6252A9}" srcOrd="0" destOrd="0" presId="urn:microsoft.com/office/officeart/2005/8/layout/matrix1"/>
    <dgm:cxn modelId="{FFF56C1A-5422-4A8C-A74C-29E021D5A5C6}" type="presParOf" srcId="{381BB033-A038-4207-8A4A-B6E7D6A99CB2}" destId="{04324AB9-CF40-4C53-9CA2-CDA6B5ADB94C}" srcOrd="1" destOrd="0" presId="urn:microsoft.com/office/officeart/2005/8/layout/matrix1"/>
    <dgm:cxn modelId="{DD43D4BF-4A01-4E26-B29E-5CB8C288ADCF}" type="presParOf" srcId="{381BB033-A038-4207-8A4A-B6E7D6A99CB2}" destId="{2798F6CF-BB07-47BD-AB88-039B6E2E438F}" srcOrd="2" destOrd="0" presId="urn:microsoft.com/office/officeart/2005/8/layout/matrix1"/>
    <dgm:cxn modelId="{739F3F49-B5EE-4693-8A1B-020276FDA41B}" type="presParOf" srcId="{381BB033-A038-4207-8A4A-B6E7D6A99CB2}" destId="{624B0888-DBAB-4C0B-8F92-AAF6E362B10F}" srcOrd="3" destOrd="0" presId="urn:microsoft.com/office/officeart/2005/8/layout/matrix1"/>
    <dgm:cxn modelId="{70B65B37-DD32-4DE7-BB5B-2C1528563F40}" type="presParOf" srcId="{381BB033-A038-4207-8A4A-B6E7D6A99CB2}" destId="{4A88EE6C-C35D-45E2-80C7-0E4208B9079B}" srcOrd="4" destOrd="0" presId="urn:microsoft.com/office/officeart/2005/8/layout/matrix1"/>
    <dgm:cxn modelId="{DEB5514E-9BD9-4F73-89AE-358E46062F45}" type="presParOf" srcId="{381BB033-A038-4207-8A4A-B6E7D6A99CB2}" destId="{8A832E47-F264-4BED-8CBD-B61F08940C42}" srcOrd="5" destOrd="0" presId="urn:microsoft.com/office/officeart/2005/8/layout/matrix1"/>
    <dgm:cxn modelId="{103367DC-A5E6-4D4D-995A-C4B781256C00}" type="presParOf" srcId="{381BB033-A038-4207-8A4A-B6E7D6A99CB2}" destId="{D96B79B5-E17E-4552-87B3-953753C18B24}" srcOrd="6" destOrd="0" presId="urn:microsoft.com/office/officeart/2005/8/layout/matrix1"/>
    <dgm:cxn modelId="{19D2AE27-431A-469B-9A6B-E345A51B6227}" type="presParOf" srcId="{381BB033-A038-4207-8A4A-B6E7D6A99CB2}" destId="{E4972E6B-67FB-4FD8-B427-443E83535554}" srcOrd="7" destOrd="0" presId="urn:microsoft.com/office/officeart/2005/8/layout/matrix1"/>
    <dgm:cxn modelId="{215BDEC5-45BE-4E64-A6E4-ACC65B2B6B9C}" type="presParOf" srcId="{40BCB61F-994A-434F-A73D-24A81DE40E4E}" destId="{87A1ED12-C174-40B8-BD7D-68454879CCC2}" srcOrd="1" destOrd="0" presId="urn:microsoft.com/office/officeart/2005/8/layout/matrix1"/>
  </dgm:cxnLst>
  <dgm:bg/>
  <dgm:whole>
    <a:ln w="28575">
      <a:noFill/>
      <a:prstDash val="solid"/>
    </a:ln>
  </dgm:whole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BEE43A9-5AB9-43E6-972B-DC4FB2C6AF6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938F4467-687B-48BA-BAA3-94FB9ACBBB20}" type="node">
      <dgm:prSet phldr="0" phldrT="[Text]"/>
      <dgm:spPr bwMode="auto"/>
      <dgm:t>
        <a:bodyPr vertOverflow="overflow" horzOverflow="overflow" vert="horz" rtlCol="0" fromWordArt="0" anchor="ctr" forceAA="0" upright="0" compatLnSpc="0"/>
        <a:p>
          <a:pPr algn="ctr">
            <a:spcAft>
              <a:spcPts val="839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Langfristig wartbar, dokumentierbar und skalierbar</a:t>
          </a:r>
          <a:endParaRPr/>
        </a:p>
      </dgm:t>
    </dgm:pt>
    <dgm:pt modelId="{28F8934C-2DF0-4809-8A5B-8FE040195501}" type="par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2B95D73E-782D-4CC9-91AD-ACD976A3CF8D}" type="sibTrans" cxnId="{3DFE410F-8772-422F-9D32-D0E63C6E6B11}">
      <dgm:prSet/>
      <dgm:spPr bwMode="auto"/>
      <dgm:t>
        <a:bodyPr/>
        <a:lstStyle/>
        <a:p>
          <a:pPr>
            <a:defRPr/>
          </a:pPr>
          <a:endParaRPr/>
        </a:p>
      </dgm:t>
    </dgm:pt>
    <dgm:pt modelId="{7020CDCB-A499-44AB-95B6-73DB839DD2D4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Product Lifecycle Management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Implementierung von neuen Anforderungen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4167CD66-EA28-4300-BF9C-157958D767A7}" type="par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CB71329A-ABFF-496E-80B8-3C80E50FF90F}" type="sibTrans" cxnId="{B6B2A752-31E4-4D3E-B1E1-C808EB91E5FB}">
      <dgm:prSet/>
      <dgm:spPr bwMode="auto"/>
      <dgm:t>
        <a:bodyPr/>
        <a:lstStyle/>
        <a:p>
          <a:pPr>
            <a:defRPr/>
          </a:pPr>
          <a:endParaRPr/>
        </a:p>
      </dgm:t>
    </dgm:pt>
    <dgm:pt modelId="{AA73BA8C-28F6-4AD5-B159-8E864C68169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Schnellere Einführung von neuen Anforderungen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Prozessdurchlaufzeit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33018E72-9393-4C85-818F-8C27B26528B5}" type="par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ABB1C77D-6484-44EE-BA08-5FD82CB98E2A}" type="sibTrans" cxnId="{9F37E91D-440D-4938-B45F-BD004FDA4209}">
      <dgm:prSet/>
      <dgm:spPr bwMode="auto"/>
      <dgm:t>
        <a:bodyPr/>
        <a:lstStyle/>
        <a:p>
          <a:pPr>
            <a:defRPr/>
          </a:pPr>
          <a:endParaRPr/>
        </a:p>
      </dgm:t>
    </dgm:pt>
    <dgm:pt modelId="{1AAC417A-2E59-45AC-8979-21DD77DDEF2D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Entwicklung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User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785D2B26-3E94-48A7-A90F-4309C1E37B9D}" type="par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C450A5C7-BD93-4661-BA42-BF64FB704131}" type="sibTrans" cxnId="{99D8CCC3-7FF1-4D1E-86C3-7AE6F9F47C27}">
      <dgm:prSet/>
      <dgm:spPr bwMode="auto"/>
      <dgm:t>
        <a:bodyPr/>
        <a:lstStyle/>
        <a:p>
          <a:pPr>
            <a:defRPr/>
          </a:pPr>
          <a:endParaRPr/>
        </a:p>
      </dgm:t>
    </dgm:pt>
    <dgm:pt modelId="{12066E7A-8A6A-478F-9CA2-C80676BB0EF7}" type="node">
      <dgm:prSet phldr="0" phldrT="[Text]" custT="1"/>
      <dgm:spPr bwMode="auto"/>
      <dgm:t>
        <a:bodyPr vertOverflow="overflow" horzOverflow="overflow" vert="horz" rtlCol="0" fromWordArt="0" anchor="t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Unzureichend getestete Features werden veröffentlicht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gm:t>
    </dgm:pt>
    <dgm:pt modelId="{51912109-670E-48D2-A32A-CEA83A65B973}" type="par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E0F732D3-B05E-47CC-8CC0-B78F3DC76291}" type="sibTrans" cxnId="{810009F5-DB16-47EC-81B3-0C077E8AF559}">
      <dgm:prSet/>
      <dgm:spPr bwMode="auto"/>
      <dgm:t>
        <a:bodyPr/>
        <a:lstStyle/>
        <a:p>
          <a:pPr>
            <a:defRPr/>
          </a:pPr>
          <a:endParaRPr/>
        </a:p>
      </dgm:t>
    </dgm:pt>
    <dgm:pt modelId="{40BCB61F-994A-434F-A73D-24A81DE40E4E}" type="pres">
      <dgm:prSet presAssocID="{DBEE43A9-5AB9-43E6-972B-DC4FB2C6AF67}" presName="diagram" presStyleCnt="0">
        <dgm:presLayoutVars>
          <dgm:chMax val="1"/>
          <dgm:dir val="norm"/>
          <dgm:animLvl val="ctr"/>
          <dgm:resizeHandles val="exact"/>
        </dgm:presLayoutVars>
      </dgm:prSet>
      <dgm:spPr bwMode="auto"/>
    </dgm:pt>
    <dgm:pt modelId="{381BB033-A038-4207-8A4A-B6E7D6A99CB2}" type="pres">
      <dgm:prSet presAssocID="{DBEE43A9-5AB9-43E6-972B-DC4FB2C6AF67}" presName="matrix" presStyleCnt="0"/>
      <dgm:spPr bwMode="auto"/>
    </dgm:pt>
    <dgm:pt modelId="{27C13C5D-4316-4ACD-BFED-8A7E4D6252A9}" type="pres">
      <dgm:prSet presAssocID="{DBEE43A9-5AB9-43E6-972B-DC4FB2C6AF67}" presName="tile1" presStyleLbl="node1" presStyleIdx="0" presStyleCnt="4"/>
      <dgm:spPr bwMode="auto"/>
    </dgm:pt>
    <dgm:pt modelId="{04324AB9-CF40-4C53-9CA2-CDA6B5ADB94C}" type="pres">
      <dgm:prSet presAssocID="{DBEE43A9-5AB9-43E6-972B-DC4FB2C6AF67}" presName="tile1text" presStyleLbl="node1" presStyleIdx="0" presStyleCnt="4">
        <dgm:presLayoutVars>
          <dgm:chMax val="0"/>
          <dgm:chPref val="0"/>
          <dgm:bulletEnabled val="1"/>
        </dgm:presLayoutVars>
      </dgm:prSet>
      <dgm:spPr bwMode="auto"/>
    </dgm:pt>
    <dgm:pt modelId="{2798F6CF-BB07-47BD-AB88-039B6E2E438F}" type="pres">
      <dgm:prSet presAssocID="{DBEE43A9-5AB9-43E6-972B-DC4FB2C6AF67}" presName="tile2" presStyleLbl="node1" presStyleIdx="1" presStyleCnt="4"/>
      <dgm:spPr bwMode="auto"/>
    </dgm:pt>
    <dgm:pt modelId="{624B0888-DBAB-4C0B-8F92-AAF6E362B10F}" type="pres">
      <dgm:prSet presAssocID="{DBEE43A9-5AB9-43E6-972B-DC4FB2C6AF67}" presName="tile2text" presStyleLbl="node1" presStyleIdx="1" presStyleCnt="4">
        <dgm:presLayoutVars>
          <dgm:chMax val="0"/>
          <dgm:chPref val="0"/>
          <dgm:bulletEnabled val="1"/>
        </dgm:presLayoutVars>
      </dgm:prSet>
      <dgm:spPr bwMode="auto"/>
    </dgm:pt>
    <dgm:pt modelId="{4A88EE6C-C35D-45E2-80C7-0E4208B9079B}" type="pres">
      <dgm:prSet presAssocID="{DBEE43A9-5AB9-43E6-972B-DC4FB2C6AF67}" presName="tile3" presStyleLbl="node1" presStyleIdx="2" presStyleCnt="4"/>
      <dgm:spPr bwMode="auto"/>
    </dgm:pt>
    <dgm:pt modelId="{8A832E47-F264-4BED-8CBD-B61F08940C42}" type="pres">
      <dgm:prSet presAssocID="{DBEE43A9-5AB9-43E6-972B-DC4FB2C6AF67}" presName="tile3text" presStyleLbl="node1" presStyleIdx="2" presStyleCnt="4">
        <dgm:presLayoutVars>
          <dgm:chMax val="0"/>
          <dgm:chPref val="0"/>
          <dgm:bulletEnabled val="1"/>
        </dgm:presLayoutVars>
      </dgm:prSet>
      <dgm:spPr bwMode="auto"/>
    </dgm:pt>
    <dgm:pt modelId="{D96B79B5-E17E-4552-87B3-953753C18B24}" type="pres">
      <dgm:prSet presAssocID="{DBEE43A9-5AB9-43E6-972B-DC4FB2C6AF67}" presName="tile4" presStyleLbl="node1" presStyleIdx="3" presStyleCnt="4"/>
      <dgm:spPr bwMode="auto"/>
    </dgm:pt>
    <dgm:pt modelId="{E4972E6B-67FB-4FD8-B427-443E83535554}" type="pres">
      <dgm:prSet presAssocID="{DBEE43A9-5AB9-43E6-972B-DC4FB2C6AF67}" presName="tile4text" presStyleLbl="node1" presStyleIdx="3" presStyleCnt="4">
        <dgm:presLayoutVars>
          <dgm:chMax val="0"/>
          <dgm:chPref val="0"/>
          <dgm:bulletEnabled val="1"/>
        </dgm:presLayoutVars>
      </dgm:prSet>
      <dgm:spPr bwMode="auto"/>
    </dgm:pt>
    <dgm:pt modelId="{87A1ED12-C174-40B8-BD7D-68454879CCC2}" type="pres">
      <dgm:prSet presAssocID="{DBEE43A9-5AB9-43E6-972B-DC4FB2C6AF67}" presName="centerTile" presStyleLbl="fgShp" presStyleIdx="0" presStyleCnt="1">
        <dgm:presLayoutVars>
          <dgm:chMax val="0"/>
          <dgm:chPref val="0"/>
        </dgm:presLayoutVars>
      </dgm:prSet>
      <dgm:spPr bwMode="auto"/>
    </dgm:pt>
  </dgm:ptLst>
  <dgm:cxnLst>
    <dgm:cxn modelId="{5DDB7001-4AB9-4AE9-990A-A90950043CF1}" type="presOf" srcId="{12066E7A-8A6A-478F-9CA2-C80676BB0EF7}" destId="{E4972E6B-67FB-4FD8-B427-443E83535554}" srcOrd="1" destOrd="0" presId="urn:microsoft.com/office/officeart/2005/8/layout/matrix1"/>
    <dgm:cxn modelId="{3DFE410F-8772-422F-9D32-D0E63C6E6B11}" type="parOf" srcId="{DBEE43A9-5AB9-43E6-972B-DC4FB2C6AF67}" destId="{938F4467-687B-48BA-BAA3-94FB9ACBBB20}" srcOrd="0" destOrd="0" parTransId="{28F8934C-2DF0-4809-8A5B-8FE040195501}" sibTransId="{2B95D73E-782D-4CC9-91AD-ACD976A3CF8D}"/>
    <dgm:cxn modelId="{F774F215-088E-4BD6-9E7E-BC30C9642063}" type="presOf" srcId="{938F4467-687B-48BA-BAA3-94FB9ACBBB20}" destId="{87A1ED12-C174-40B8-BD7D-68454879CCC2}" srcOrd="0" destOrd="0" presId="urn:microsoft.com/office/officeart/2005/8/layout/matrix1"/>
    <dgm:cxn modelId="{2F35EE18-EE63-48B7-AFD1-C81245858BC1}" type="presOf" srcId="{7020CDCB-A499-44AB-95B6-73DB839DD2D4}" destId="{04324AB9-CF40-4C53-9CA2-CDA6B5ADB94C}" srcOrd="1" destOrd="0" presId="urn:microsoft.com/office/officeart/2005/8/layout/matrix1"/>
    <dgm:cxn modelId="{9F37E91D-440D-4938-B45F-BD004FDA4209}" type="parOf" srcId="{938F4467-687B-48BA-BAA3-94FB9ACBBB20}" destId="{AA73BA8C-28F6-4AD5-B159-8E864C681697}" srcOrd="1" destOrd="0" parTransId="{33018E72-9393-4C85-818F-8C27B26528B5}" sibTransId="{ABB1C77D-6484-44EE-BA08-5FD82CB98E2A}"/>
    <dgm:cxn modelId="{5CD5045B-6AE6-4E7C-9373-026244D68E09}" type="presOf" srcId="{DBEE43A9-5AB9-43E6-972B-DC4FB2C6AF67}" destId="{40BCB61F-994A-434F-A73D-24A81DE40E4E}" srcOrd="0" destOrd="0" presId="urn:microsoft.com/office/officeart/2005/8/layout/matrix1"/>
    <dgm:cxn modelId="{B80B1C6D-4B49-4730-BCC5-D080277EB3FA}" type="presOf" srcId="{AA73BA8C-28F6-4AD5-B159-8E864C681697}" destId="{2798F6CF-BB07-47BD-AB88-039B6E2E438F}" srcOrd="0" destOrd="0" presId="urn:microsoft.com/office/officeart/2005/8/layout/matrix1"/>
    <dgm:cxn modelId="{B6B2A752-31E4-4D3E-B1E1-C808EB91E5FB}" type="parOf" srcId="{938F4467-687B-48BA-BAA3-94FB9ACBBB20}" destId="{7020CDCB-A499-44AB-95B6-73DB839DD2D4}" srcOrd="0" destOrd="0" parTransId="{4167CD66-EA28-4300-BF9C-157958D767A7}" sibTransId="{CB71329A-ABFF-496E-80B8-3C80E50FF90F}"/>
    <dgm:cxn modelId="{A2B8E155-B4AD-419A-AD69-AD5D27C92E8A}" type="presOf" srcId="{7020CDCB-A499-44AB-95B6-73DB839DD2D4}" destId="{27C13C5D-4316-4ACD-BFED-8A7E4D6252A9}" srcOrd="0" destOrd="0" presId="urn:microsoft.com/office/officeart/2005/8/layout/matrix1"/>
    <dgm:cxn modelId="{D1FB5AAC-4129-46D6-9103-64238041DADE}" type="presOf" srcId="{AA73BA8C-28F6-4AD5-B159-8E864C681697}" destId="{624B0888-DBAB-4C0B-8F92-AAF6E362B10F}" srcOrd="1" destOrd="0" presId="urn:microsoft.com/office/officeart/2005/8/layout/matrix1"/>
    <dgm:cxn modelId="{15DCF6BE-BBE3-4746-BD77-0B21105A671A}" type="presOf" srcId="{1AAC417A-2E59-45AC-8979-21DD77DDEF2D}" destId="{4A88EE6C-C35D-45E2-80C7-0E4208B9079B}" srcOrd="0" destOrd="0" presId="urn:microsoft.com/office/officeart/2005/8/layout/matrix1"/>
    <dgm:cxn modelId="{99D8CCC3-7FF1-4D1E-86C3-7AE6F9F47C27}" type="parOf" srcId="{938F4467-687B-48BA-BAA3-94FB9ACBBB20}" destId="{1AAC417A-2E59-45AC-8979-21DD77DDEF2D}" srcOrd="2" destOrd="0" parTransId="{785D2B26-3E94-48A7-A90F-4309C1E37B9D}" sibTransId="{C450A5C7-BD93-4661-BA42-BF64FB704131}"/>
    <dgm:cxn modelId="{B09893EB-3521-4945-83C5-697344438228}" type="presOf" srcId="{12066E7A-8A6A-478F-9CA2-C80676BB0EF7}" destId="{D96B79B5-E17E-4552-87B3-953753C18B24}" srcOrd="0" destOrd="0" presId="urn:microsoft.com/office/officeart/2005/8/layout/matrix1"/>
    <dgm:cxn modelId="{810009F5-DB16-47EC-81B3-0C077E8AF559}" type="parOf" srcId="{938F4467-687B-48BA-BAA3-94FB9ACBBB20}" destId="{12066E7A-8A6A-478F-9CA2-C80676BB0EF7}" srcOrd="3" destOrd="0" parTransId="{51912109-670E-48D2-A32A-CEA83A65B973}" sibTransId="{E0F732D3-B05E-47CC-8CC0-B78F3DC76291}"/>
    <dgm:cxn modelId="{E5D9EAFD-8238-4C5A-8AD6-D4314ED3F47E}" type="presOf" srcId="{1AAC417A-2E59-45AC-8979-21DD77DDEF2D}" destId="{8A832E47-F264-4BED-8CBD-B61F08940C42}" srcOrd="1" destOrd="0" presId="urn:microsoft.com/office/officeart/2005/8/layout/matrix1"/>
    <dgm:cxn modelId="{CE23D64D-3B5D-48BE-9A08-71AA13AF4912}" type="presParOf" srcId="{40BCB61F-994A-434F-A73D-24A81DE40E4E}" destId="{381BB033-A038-4207-8A4A-B6E7D6A99CB2}" srcOrd="0" destOrd="0" presId="urn:microsoft.com/office/officeart/2005/8/layout/matrix1"/>
    <dgm:cxn modelId="{5BF18788-1F80-412B-AE99-A366B796D9D9}" type="presParOf" srcId="{381BB033-A038-4207-8A4A-B6E7D6A99CB2}" destId="{27C13C5D-4316-4ACD-BFED-8A7E4D6252A9}" srcOrd="0" destOrd="0" presId="urn:microsoft.com/office/officeart/2005/8/layout/matrix1"/>
    <dgm:cxn modelId="{FFF56C1A-5422-4A8C-A74C-29E021D5A5C6}" type="presParOf" srcId="{381BB033-A038-4207-8A4A-B6E7D6A99CB2}" destId="{04324AB9-CF40-4C53-9CA2-CDA6B5ADB94C}" srcOrd="1" destOrd="0" presId="urn:microsoft.com/office/officeart/2005/8/layout/matrix1"/>
    <dgm:cxn modelId="{DD43D4BF-4A01-4E26-B29E-5CB8C288ADCF}" type="presParOf" srcId="{381BB033-A038-4207-8A4A-B6E7D6A99CB2}" destId="{2798F6CF-BB07-47BD-AB88-039B6E2E438F}" srcOrd="2" destOrd="0" presId="urn:microsoft.com/office/officeart/2005/8/layout/matrix1"/>
    <dgm:cxn modelId="{739F3F49-B5EE-4693-8A1B-020276FDA41B}" type="presParOf" srcId="{381BB033-A038-4207-8A4A-B6E7D6A99CB2}" destId="{624B0888-DBAB-4C0B-8F92-AAF6E362B10F}" srcOrd="3" destOrd="0" presId="urn:microsoft.com/office/officeart/2005/8/layout/matrix1"/>
    <dgm:cxn modelId="{70B65B37-DD32-4DE7-BB5B-2C1528563F40}" type="presParOf" srcId="{381BB033-A038-4207-8A4A-B6E7D6A99CB2}" destId="{4A88EE6C-C35D-45E2-80C7-0E4208B9079B}" srcOrd="4" destOrd="0" presId="urn:microsoft.com/office/officeart/2005/8/layout/matrix1"/>
    <dgm:cxn modelId="{DEB5514E-9BD9-4F73-89AE-358E46062F45}" type="presParOf" srcId="{381BB033-A038-4207-8A4A-B6E7D6A99CB2}" destId="{8A832E47-F264-4BED-8CBD-B61F08940C42}" srcOrd="5" destOrd="0" presId="urn:microsoft.com/office/officeart/2005/8/layout/matrix1"/>
    <dgm:cxn modelId="{103367DC-A5E6-4D4D-995A-C4B781256C00}" type="presParOf" srcId="{381BB033-A038-4207-8A4A-B6E7D6A99CB2}" destId="{D96B79B5-E17E-4552-87B3-953753C18B24}" srcOrd="6" destOrd="0" presId="urn:microsoft.com/office/officeart/2005/8/layout/matrix1"/>
    <dgm:cxn modelId="{19D2AE27-431A-469B-9A6B-E345A51B6227}" type="presParOf" srcId="{381BB033-A038-4207-8A4A-B6E7D6A99CB2}" destId="{E4972E6B-67FB-4FD8-B427-443E83535554}" srcOrd="7" destOrd="0" presId="urn:microsoft.com/office/officeart/2005/8/layout/matrix1"/>
    <dgm:cxn modelId="{215BDEC5-45BE-4E64-A6E4-ACC65B2B6B9C}" type="presParOf" srcId="{40BCB61F-994A-434F-A73D-24A81DE40E4E}" destId="{87A1ED12-C174-40B8-BD7D-68454879CCC2}" srcOrd="1" destOrd="0" presId="urn:microsoft.com/office/officeart/2005/8/layout/matrix1"/>
  </dgm:cxnLst>
  <dgm:bg/>
  <dgm:whole>
    <a:ln w="28575">
      <a:noFill/>
      <a:prstDash val="solid"/>
    </a:ln>
  </dgm:whole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B8EC54F2-337C-42C2-8937-8A0A099F18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13EA16E6-E490-44C5-AAA7-391764BC3399}" type="node">
      <dgm:prSet phldr="0" phldrT="[Text]" custT="1"/>
      <dgm:spPr bwMode="auto"/>
      <dgm:t>
        <a:bodyPr vertOverflow="overflow" horzOverflow="overflow" vert="horz" rtlCol="0" fromWordArt="0" anchor="ctr" forceAA="0" upright="0" compatLnSpc="0"/>
        <a:lstStyle/>
        <a:p>
          <a:pPr algn="ctr">
            <a:spcAft>
              <a:spcPts val="964"/>
            </a:spcAft>
            <a:defRPr/>
          </a:pPr>
          <a:r>
            <a:rPr lang="de-DE" sz="23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Gute </a:t>
          </a:r>
          <a:r>
            <a:rPr lang="de-DE" sz="23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Diskusionen </a:t>
          </a:r>
          <a:r>
            <a:rPr lang="de-DE" sz="23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und Beträge </a:t>
          </a:r>
          <a:endParaRPr sz="2300">
            <a:solidFill>
              <a:schemeClr val="bg1"/>
            </a:solidFill>
          </a:endParaRPr>
        </a:p>
      </dgm:t>
    </dgm:pt>
    <dgm:pt modelId="{D6A77838-5FE3-40AD-B842-7541786D4D74}" type="parTrans" cxnId="{367FE919-A0F1-4A99-9DDE-E4A7EB4DF77E}">
      <dgm:prSet/>
      <dgm:spPr bwMode="auto"/>
      <dgm:t>
        <a:bodyPr/>
        <a:lstStyle/>
        <a:p>
          <a:pPr>
            <a:defRPr/>
          </a:pPr>
          <a:endParaRPr/>
        </a:p>
      </dgm:t>
    </dgm:pt>
    <dgm:pt modelId="{B030D7A2-2712-4676-95BD-1FD2027A8710}" type="sibTrans" cxnId="{367FE919-A0F1-4A99-9DDE-E4A7EB4DF77E}">
      <dgm:prSet/>
      <dgm:spPr bwMode="auto"/>
      <dgm:t>
        <a:bodyPr/>
        <a:lstStyle/>
        <a:p>
          <a:pPr>
            <a:defRPr/>
          </a:pPr>
          <a:endParaRPr/>
        </a:p>
      </dgm:t>
    </dgm:pt>
    <dgm:pt modelId="{E4C524F4-FA3A-4EFF-8D5D-BE2BD695E116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Keine unangenehme Stille, Teilnehmer haben aktiv mitgemacht.</a:t>
          </a:r>
          <a:endParaRPr/>
        </a:p>
      </dgm:t>
    </dgm:pt>
    <dgm:pt modelId="{121F0D62-FDB0-4A48-8144-E46BB5CC0CF7}" type="parTrans" cxnId="{5DDDA45A-08C8-41D2-9DCE-AE04789A5FED}">
      <dgm:prSet/>
      <dgm:spPr bwMode="auto"/>
      <dgm:t>
        <a:bodyPr/>
        <a:lstStyle/>
        <a:p>
          <a:pPr>
            <a:defRPr/>
          </a:pPr>
          <a:endParaRPr/>
        </a:p>
      </dgm:t>
    </dgm:pt>
    <dgm:pt modelId="{C77374FB-61B8-4E33-B075-86A50DDC379B}" type="sibTrans" cxnId="{5DDDA45A-08C8-41D2-9DCE-AE04789A5FED}">
      <dgm:prSet/>
      <dgm:spPr bwMode="auto"/>
      <dgm:t>
        <a:bodyPr/>
        <a:lstStyle/>
        <a:p>
          <a:pPr>
            <a:defRPr/>
          </a:pPr>
          <a:endParaRPr/>
        </a:p>
      </dgm:t>
    </dgm:pt>
    <dgm:pt modelId="{713B23D7-73E3-4C3B-9427-556A554CA9EA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Auch innerhalb der Gruppenarbeit wurden dauerhaft Ideen diskutiert.</a:t>
          </a:r>
          <a:endParaRPr/>
        </a:p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endParaRPr/>
        </a:p>
      </dgm:t>
    </dgm:pt>
    <dgm:pt modelId="{026578C2-6442-4871-A7DE-A777864FDED1}" type="parTrans" cxnId="{2FAF9D5B-CB66-4DF4-AD17-A0493C900879}">
      <dgm:prSet/>
      <dgm:spPr bwMode="auto"/>
      <dgm:t>
        <a:bodyPr/>
        <a:lstStyle/>
        <a:p>
          <a:pPr>
            <a:defRPr/>
          </a:pPr>
          <a:endParaRPr/>
        </a:p>
      </dgm:t>
    </dgm:pt>
    <dgm:pt modelId="{C8203BAD-8980-4E28-99B2-3CC01C39FAC9}" type="sibTrans" cxnId="{2FAF9D5B-CB66-4DF4-AD17-A0493C900879}">
      <dgm:prSet/>
      <dgm:spPr bwMode="auto"/>
      <dgm:t>
        <a:bodyPr/>
        <a:lstStyle/>
        <a:p>
          <a:pPr>
            <a:defRPr/>
          </a:pPr>
          <a:endParaRPr/>
        </a:p>
      </dgm:t>
    </dgm:pt>
    <dgm:pt modelId="{2D2CF11C-BA79-48F5-9AE2-365E4FFDC691}" type="node">
      <dgm:prSet phldr="0" phldrT="[Text]" custT="1"/>
      <dgm:spPr bwMode="auto"/>
      <dgm:t>
        <a:bodyPr vertOverflow="overflow" horzOverflow="overflow" vert="horz" rtlCol="0" fromWordArt="0" anchor="ctr" forceAA="0" upright="0" compatLnSpc="0"/>
        <a:lstStyle/>
        <a:p>
          <a:pPr algn="ctr">
            <a:spcAft>
              <a:spcPts val="964"/>
            </a:spcAft>
            <a:defRPr/>
          </a:pPr>
          <a:r>
            <a:rPr lang="de-DE" sz="23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Deliverables wurden erfüllt</a:t>
          </a:r>
          <a:endParaRPr sz="2300">
            <a:solidFill>
              <a:schemeClr val="bg1"/>
            </a:solidFill>
          </a:endParaRPr>
        </a:p>
      </dgm:t>
    </dgm:pt>
    <dgm:pt modelId="{CE28476C-AADB-41C1-905B-ADC8ED9A7A4D}" type="parTrans" cxnId="{06E37162-D7A4-45E8-8825-FB540FBEE795}">
      <dgm:prSet/>
      <dgm:spPr bwMode="auto"/>
      <dgm:t>
        <a:bodyPr/>
        <a:lstStyle/>
        <a:p>
          <a:pPr>
            <a:defRPr/>
          </a:pPr>
          <a:endParaRPr/>
        </a:p>
      </dgm:t>
    </dgm:pt>
    <dgm:pt modelId="{2FBE046B-B185-4623-8F5E-92492C833E6A}" type="sibTrans" cxnId="{06E37162-D7A4-45E8-8825-FB540FBEE795}">
      <dgm:prSet/>
      <dgm:spPr bwMode="auto"/>
      <dgm:t>
        <a:bodyPr/>
        <a:lstStyle/>
        <a:p>
          <a:pPr>
            <a:defRPr/>
          </a:pPr>
          <a:endParaRPr/>
        </a:p>
      </dgm:t>
    </dgm:pt>
    <dgm:pt modelId="{31B7A04D-BCC8-41C3-A6D6-6571E5E4C346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44648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Nicht-Funktionale Anforderungen wurden gut ausgearbeitet (Idea-Napkin war ein guter Rahmen).</a:t>
          </a:r>
          <a:endParaRPr/>
        </a:p>
      </dgm:t>
    </dgm:pt>
    <dgm:pt modelId="{51FC835B-FF3A-4A84-BF10-8269871A25B2}" type="parTrans" cxnId="{614D5A14-89D1-47F3-8AC6-4739F73592FD}">
      <dgm:prSet/>
      <dgm:spPr bwMode="auto"/>
      <dgm:t>
        <a:bodyPr/>
        <a:lstStyle/>
        <a:p>
          <a:pPr>
            <a:defRPr/>
          </a:pPr>
          <a:endParaRPr/>
        </a:p>
      </dgm:t>
    </dgm:pt>
    <dgm:pt modelId="{DA0E5737-5D4F-4040-B416-0B2A6B6ECBB4}" type="sibTrans" cxnId="{614D5A14-89D1-47F3-8AC6-4739F73592FD}">
      <dgm:prSet/>
      <dgm:spPr bwMode="auto"/>
      <dgm:t>
        <a:bodyPr/>
        <a:lstStyle/>
        <a:p>
          <a:pPr>
            <a:defRPr/>
          </a:pPr>
          <a:endParaRPr/>
        </a:p>
      </dgm:t>
    </dgm:pt>
    <dgm:pt modelId="{3C0B27DB-A723-4CA2-9BF3-797869C9CD90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44648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Dot-Voting war zur 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Priorisierung</a:t>
          </a:r>
          <a:r>
            <a:rPr/>
            <a:t> gut geeignet.</a:t>
          </a:r>
          <a:endParaRPr/>
        </a:p>
      </dgm:t>
    </dgm:pt>
    <dgm:pt modelId="{B5C6D7DF-DC50-4731-A07D-BDEF77275698}" type="parTrans" cxnId="{E7D2083A-D1B8-4DB7-AB63-C54198F89C3E}">
      <dgm:prSet/>
      <dgm:spPr bwMode="auto"/>
      <dgm:t>
        <a:bodyPr/>
        <a:lstStyle/>
        <a:p>
          <a:pPr>
            <a:defRPr/>
          </a:pPr>
          <a:endParaRPr/>
        </a:p>
      </dgm:t>
    </dgm:pt>
    <dgm:pt modelId="{E837F687-F85C-42BB-964A-1317E1066452}" type="sibTrans" cxnId="{E7D2083A-D1B8-4DB7-AB63-C54198F89C3E}">
      <dgm:prSet/>
      <dgm:spPr bwMode="auto"/>
      <dgm:t>
        <a:bodyPr/>
        <a:lstStyle/>
        <a:p>
          <a:pPr>
            <a:defRPr/>
          </a:pPr>
          <a:endParaRPr/>
        </a:p>
      </dgm:t>
    </dgm:pt>
    <dgm:pt modelId="{C1E58272-8CF5-466B-B75E-D2F80599A028}" type="node">
      <dgm:prSet phldr="0" phldrT="[Text]" custT="1"/>
      <dgm:spPr bwMode="auto"/>
      <dgm:t>
        <a:bodyPr vertOverflow="overflow" horzOverflow="overflow" vert="horz" rtlCol="0" fromWordArt="0" anchor="ctr" forceAA="0" upright="0" compatLnSpc="0"/>
        <a:lstStyle/>
        <a:p>
          <a:pPr algn="ctr">
            <a:spcAft>
              <a:spcPts val="964"/>
            </a:spcAft>
            <a:defRPr/>
          </a:pPr>
          <a:r>
            <a:rPr lang="de-DE" sz="23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Zeitlich hat es zum Schluss super gepasst</a:t>
          </a:r>
          <a:endParaRPr sz="2300">
            <a:solidFill>
              <a:schemeClr val="bg1"/>
            </a:solidFill>
          </a:endParaRPr>
        </a:p>
      </dgm:t>
    </dgm:pt>
    <dgm:pt modelId="{2A0A5DAD-266E-499F-A47E-37056025D5A0}" type="parTrans" cxnId="{C2AD9704-AA87-44CC-BF30-58B721CBFF3A}">
      <dgm:prSet/>
      <dgm:spPr bwMode="auto"/>
      <dgm:t>
        <a:bodyPr/>
        <a:lstStyle/>
        <a:p>
          <a:pPr>
            <a:defRPr/>
          </a:pPr>
          <a:endParaRPr/>
        </a:p>
      </dgm:t>
    </dgm:pt>
    <dgm:pt modelId="{8169650E-09E5-41BF-B99B-6CED5ABF5B97}" type="sibTrans" cxnId="{C2AD9704-AA87-44CC-BF30-58B721CBFF3A}">
      <dgm:prSet/>
      <dgm:spPr bwMode="auto"/>
      <dgm:t>
        <a:bodyPr/>
        <a:lstStyle/>
        <a:p>
          <a:pPr>
            <a:defRPr/>
          </a:pPr>
          <a:endParaRPr/>
        </a:p>
      </dgm:t>
    </dgm:pt>
    <dgm:pt modelId="{9C7FC505-68DA-4F18-B741-0F07B7654D92}" type="node">
      <dgm:prSet phldr="0" phldrT="[Text]"/>
      <dgm:spPr bwMode="auto"/>
      <dgm:t>
        <a:bodyPr vertOverflow="overflow" horzOverflow="overflow" vert="horz" rtlCol="0" fromWordArt="0" anchor="t" forceAA="0" upright="0" compatLnSpc="0"/>
        <a:p>
          <a:pPr>
            <a:lnSpc>
              <a:spcPct val="90000"/>
            </a:lnSpc>
            <a:spcAft>
              <a:spcPts val="629"/>
            </a:spcAft>
            <a:defRPr/>
          </a:pPr>
          <a:endParaRPr/>
        </a:p>
      </dgm:t>
    </dgm:pt>
    <dgm:pt modelId="{260D6836-B26F-4165-B4B7-8BD308DC2E56}" type="parTrans" cxnId="{B9508981-E5A5-433F-A2F7-0A1DE581D2F2}">
      <dgm:prSet/>
      <dgm:spPr bwMode="auto"/>
      <dgm:t>
        <a:bodyPr/>
        <a:lstStyle/>
        <a:p>
          <a:pPr>
            <a:defRPr/>
          </a:pPr>
          <a:endParaRPr/>
        </a:p>
      </dgm:t>
    </dgm:pt>
    <dgm:pt modelId="{45347E88-36CD-49A7-9A2E-03BD02153F44}" type="sibTrans" cxnId="{B9508981-E5A5-433F-A2F7-0A1DE581D2F2}">
      <dgm:prSet/>
      <dgm:spPr bwMode="auto"/>
      <dgm:t>
        <a:bodyPr/>
        <a:lstStyle/>
        <a:p>
          <a:pPr>
            <a:defRPr/>
          </a:pPr>
          <a:endParaRPr/>
        </a:p>
      </dgm:t>
    </dgm:pt>
    <dgm:pt modelId="{431383CA-BB35-42C5-A5D9-3788277E92F4}" type="node">
      <dgm:prSet phldr="0" phldrT="[Text]"/>
      <dgm:spPr bwMode="auto"/>
      <dgm:t>
        <a:bodyPr vertOverflow="overflow" horzOverflow="overflow" vert="horz" rtlCol="0" fromWordArt="0" anchor="t" forceAA="0" upright="0" compatLnSpc="0"/>
        <a:p>
          <a:pPr algn="l" defTabSz="1644648">
            <a:lnSpc>
              <a:spcPct val="90000"/>
            </a:lnSpc>
            <a:spcBef>
              <a:spcPts val="0"/>
            </a:spcBef>
            <a:spcAft>
              <a:spcPts val="629"/>
            </a:spcAft>
            <a:defRPr/>
          </a:pPr>
          <a:r>
            <a:rPr/>
            <a:t>Die (unfreiwillig) eingesparte Zeit zu Beginn konnten wir spontan für das World-Café nutzen. Die Einigung darauf war durch die Harmonie im Team schnell un unkompliziert.</a:t>
          </a:r>
          <a:endParaRPr/>
        </a:p>
      </dgm:t>
    </dgm:pt>
    <dgm:pt modelId="{DDED46AC-7549-4853-B406-E3A55ECBB9BD}" type="parTrans" cxnId="{34F59FD4-F75C-40A9-BC11-0E86ED78C1FF}">
      <dgm:prSet/>
      <dgm:spPr bwMode="auto"/>
      <dgm:t>
        <a:bodyPr/>
        <a:lstStyle/>
        <a:p>
          <a:pPr>
            <a:defRPr/>
          </a:pPr>
          <a:endParaRPr/>
        </a:p>
      </dgm:t>
    </dgm:pt>
    <dgm:pt modelId="{14C201A0-0189-4275-AE8D-860363B6486D}" type="sibTrans" cxnId="{34F59FD4-F75C-40A9-BC11-0E86ED78C1FF}">
      <dgm:prSet/>
      <dgm:spPr bwMode="auto"/>
      <dgm:t>
        <a:bodyPr/>
        <a:lstStyle/>
        <a:p>
          <a:pPr>
            <a:defRPr/>
          </a:pPr>
          <a:endParaRPr/>
        </a:p>
      </dgm:t>
    </dgm:pt>
    <dgm:pt modelId="{B2411729-0A30-4FC0-9028-A15E87BEC0AF}" type="pres">
      <dgm:prSet presAssocID="{B8EC54F2-337C-42C2-8937-8A0A099F1827}" presName="Name0" presStyleCnt="0">
        <dgm:presLayoutVars>
          <dgm:dir val="norm"/>
          <dgm:animLvl val="lvl"/>
          <dgm:resizeHandles val="exact"/>
        </dgm:presLayoutVars>
      </dgm:prSet>
      <dgm:spPr bwMode="auto"/>
    </dgm:pt>
    <dgm:pt modelId="{9DF1C0FE-4A21-4550-BE05-613E46B8E262}" type="pres">
      <dgm:prSet presAssocID="{13EA16E6-E490-44C5-AAA7-391764BC3399}" presName="linNode" presStyleCnt="0"/>
      <dgm:spPr bwMode="auto"/>
    </dgm:pt>
    <dgm:pt modelId="{DA808C95-A978-4291-BDEE-37790F52CE8B}" type="pres">
      <dgm:prSet presAssocID="{13EA16E6-E490-44C5-AAA7-391764BC3399}" presName="parentText" presStyleLbl="node1" presStyleIdx="0" presStyleCnt="3">
        <dgm:presLayoutVars>
          <dgm:chMax val="1"/>
          <dgm:bulletEnabled val="1"/>
        </dgm:presLayoutVars>
      </dgm:prSet>
      <dgm:spPr bwMode="auto">
        <a:solidFill>
          <a:srgbClr val="A1D68B"/>
        </a:solidFill>
      </dgm:spPr>
    </dgm:pt>
    <dgm:pt modelId="{36BC81B3-D954-487F-8572-08FF30BA5991}" type="pres">
      <dgm:prSet presAssocID="{13EA16E6-E490-44C5-AAA7-391764BC3399}" presName="descendantText" presStyleLbl="alignAccFollowNode1" presStyleIdx="0" presStyleCnt="3">
        <dgm:presLayoutVars>
          <dgm:bulletEnabled val="1"/>
        </dgm:presLayoutVars>
      </dgm:prSet>
      <dgm:spPr bwMode="auto"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</dgm:spPr>
    </dgm:pt>
    <dgm:pt modelId="{5CDB7C7A-D643-47BD-9AD9-3EAC0AAEE1D0}" type="pres">
      <dgm:prSet presAssocID="{B030D7A2-2712-4676-95BD-1FD2027A8710}" presName="sp" presStyleCnt="0"/>
      <dgm:spPr bwMode="auto"/>
    </dgm:pt>
    <dgm:pt modelId="{3D389181-0F4C-4AC2-B366-1350C3654E95}" type="pres">
      <dgm:prSet presAssocID="{2D2CF11C-BA79-48F5-9AE2-365E4FFDC691}" presName="linNode" presStyleCnt="0"/>
      <dgm:spPr bwMode="auto"/>
    </dgm:pt>
    <dgm:pt modelId="{69CD9EA8-132E-430A-B7E7-F9827430D15C}" type="pres">
      <dgm:prSet presAssocID="{2D2CF11C-BA79-48F5-9AE2-365E4FFDC691}" presName="parentText" presStyleLbl="node1" presStyleIdx="1" presStyleCnt="3">
        <dgm:presLayoutVars>
          <dgm:chMax val="1"/>
          <dgm:bulletEnabled val="1"/>
        </dgm:presLayoutVars>
      </dgm:prSet>
      <dgm:spPr bwMode="auto">
        <a:solidFill>
          <a:srgbClr val="A1D68B"/>
        </a:solidFill>
      </dgm:spPr>
    </dgm:pt>
    <dgm:pt modelId="{6091C815-8BF4-4B91-AA6F-5C12B2A82D36}" type="pres">
      <dgm:prSet presAssocID="{2D2CF11C-BA79-48F5-9AE2-365E4FFDC691}" presName="descendantText" presStyleLbl="alignAccFollowNode1" presStyleIdx="1" presStyleCnt="3">
        <dgm:presLayoutVars>
          <dgm:bulletEnabled val="1"/>
        </dgm:presLayoutVars>
      </dgm:prSet>
      <dgm:spPr bwMode="auto"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</dgm:spPr>
    </dgm:pt>
    <dgm:pt modelId="{EDB09401-F556-4371-9B11-D10D28110D1E}" type="pres">
      <dgm:prSet presAssocID="{2FBE046B-B185-4623-8F5E-92492C833E6A}" presName="sp" presStyleCnt="0"/>
      <dgm:spPr bwMode="auto"/>
    </dgm:pt>
    <dgm:pt modelId="{FB9A413F-1B89-457F-A635-40788D2B4182}" type="pres">
      <dgm:prSet presAssocID="{C1E58272-8CF5-466B-B75E-D2F80599A028}" presName="linNode" presStyleCnt="0"/>
      <dgm:spPr bwMode="auto"/>
    </dgm:pt>
    <dgm:pt modelId="{A5D8FBCE-3F5E-413B-A1E0-0802D141B1E0}" type="pres">
      <dgm:prSet custLinFactX="152" presAssocID="{C1E58272-8CF5-466B-B75E-D2F80599A028}" presName="parentText" presStyleLbl="node1" presStyleIdx="2" presStyleCnt="3">
        <dgm:presLayoutVars>
          <dgm:chMax val="1"/>
          <dgm:bulletEnabled val="1"/>
        </dgm:presLayoutVars>
      </dgm:prSet>
      <dgm:spPr bwMode="auto">
        <a:solidFill>
          <a:srgbClr val="A1D68B"/>
        </a:solidFill>
      </dgm:spPr>
    </dgm:pt>
    <dgm:pt modelId="{AACFBA33-2830-4AFB-8D3F-A4EAF50E0453}" type="pres">
      <dgm:prSet presAssocID="{C1E58272-8CF5-466B-B75E-D2F80599A028}" presName="descendantText" presStyleLbl="alignAccFollowNode1" presStyleIdx="2" presStyleCnt="3">
        <dgm:presLayoutVars>
          <dgm:bulletEnabled val="1"/>
        </dgm:presLayoutVars>
      </dgm:prSet>
      <dgm:spPr bwMode="auto"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</dgm:spPr>
    </dgm:pt>
  </dgm:ptLst>
  <dgm:cxnLst>
    <dgm:cxn modelId="{C2AD9704-AA87-44CC-BF30-58B721CBFF3A}" type="parOf" srcId="{B8EC54F2-337C-42C2-8937-8A0A099F1827}" destId="{C1E58272-8CF5-466B-B75E-D2F80599A028}" srcOrd="2" destOrd="0" parTransId="{2A0A5DAD-266E-499F-A47E-37056025D5A0}" sibTransId="{8169650E-09E5-41BF-B99B-6CED5ABF5B97}"/>
    <dgm:cxn modelId="{614D5A14-89D1-47F3-8AC6-4739F73592FD}" type="parOf" srcId="{2D2CF11C-BA79-48F5-9AE2-365E4FFDC691}" destId="{31B7A04D-BCC8-41C3-A6D6-6571E5E4C346}" srcOrd="0" destOrd="0" parTransId="{51FC835B-FF3A-4A84-BF10-8269871A25B2}" sibTransId="{DA0E5737-5D4F-4040-B416-0B2A6B6ECBB4}"/>
    <dgm:cxn modelId="{367FE919-A0F1-4A99-9DDE-E4A7EB4DF77E}" type="parOf" srcId="{B8EC54F2-337C-42C2-8937-8A0A099F1827}" destId="{13EA16E6-E490-44C5-AAA7-391764BC3399}" srcOrd="0" destOrd="0" parTransId="{D6A77838-5FE3-40AD-B842-7541786D4D74}" sibTransId="{B030D7A2-2712-4676-95BD-1FD2027A8710}"/>
    <dgm:cxn modelId="{FBA67B2D-410D-4D9F-A56F-FF4870B1B12B}" type="presOf" srcId="{E4C524F4-FA3A-4EFF-8D5D-BE2BD695E116}" destId="{36BC81B3-D954-487F-8572-08FF30BA5991}" srcOrd="0" destOrd="0" presId="urn:microsoft.com/office/officeart/2005/8/layout/vList5"/>
    <dgm:cxn modelId="{E7D2083A-D1B8-4DB7-AB63-C54198F89C3E}" type="parOf" srcId="{2D2CF11C-BA79-48F5-9AE2-365E4FFDC691}" destId="{3C0B27DB-A723-4CA2-9BF3-797869C9CD90}" srcOrd="1" destOrd="0" parTransId="{B5C6D7DF-DC50-4731-A07D-BDEF77275698}" sibTransId="{E837F687-F85C-42BB-964A-1317E1066452}"/>
    <dgm:cxn modelId="{2FAF9D5B-CB66-4DF4-AD17-A0493C900879}" type="parOf" srcId="{13EA16E6-E490-44C5-AAA7-391764BC3399}" destId="{713B23D7-73E3-4C3B-9427-556A554CA9EA}" srcOrd="1" destOrd="0" parTransId="{026578C2-6442-4871-A7DE-A777864FDED1}" sibTransId="{C8203BAD-8980-4E28-99B2-3CC01C39FAC9}"/>
    <dgm:cxn modelId="{256B3E5C-D8E3-4CFD-B084-93339DDD7D1C}" type="presOf" srcId="{2D2CF11C-BA79-48F5-9AE2-365E4FFDC691}" destId="{69CD9EA8-132E-430A-B7E7-F9827430D15C}" srcOrd="0" destOrd="0" presId="urn:microsoft.com/office/officeart/2005/8/layout/vList5"/>
    <dgm:cxn modelId="{06E37162-D7A4-45E8-8825-FB540FBEE795}" type="parOf" srcId="{B8EC54F2-337C-42C2-8937-8A0A099F1827}" destId="{2D2CF11C-BA79-48F5-9AE2-365E4FFDC691}" srcOrd="1" destOrd="0" parTransId="{CE28476C-AADB-41C1-905B-ADC8ED9A7A4D}" sibTransId="{2FBE046B-B185-4623-8F5E-92492C833E6A}"/>
    <dgm:cxn modelId="{E55A0D72-DC6A-4D6B-8F9F-0B14477C66DD}" type="presOf" srcId="{31B7A04D-BCC8-41C3-A6D6-6571E5E4C346}" destId="{6091C815-8BF4-4B91-AA6F-5C12B2A82D36}" srcOrd="0" destOrd="0" presId="urn:microsoft.com/office/officeart/2005/8/layout/vList5"/>
    <dgm:cxn modelId="{B795AE57-3B56-4C89-93B6-915635EE77E9}" type="presOf" srcId="{713B23D7-73E3-4C3B-9427-556A554CA9EA}" destId="{36BC81B3-D954-487F-8572-08FF30BA5991}" srcOrd="0" destOrd="1" presId="urn:microsoft.com/office/officeart/2005/8/layout/vList5"/>
    <dgm:cxn modelId="{5DDDA45A-08C8-41D2-9DCE-AE04789A5FED}" type="parOf" srcId="{13EA16E6-E490-44C5-AAA7-391764BC3399}" destId="{E4C524F4-FA3A-4EFF-8D5D-BE2BD695E116}" srcOrd="0" destOrd="0" parTransId="{121F0D62-FDB0-4A48-8144-E46BB5CC0CF7}" sibTransId="{C77374FB-61B8-4E33-B075-86A50DDC379B}"/>
    <dgm:cxn modelId="{C7B4E37E-34C2-4F22-B6F7-0BB7ACF58A10}" type="presOf" srcId="{C1E58272-8CF5-466B-B75E-D2F80599A028}" destId="{A5D8FBCE-3F5E-413B-A1E0-0802D141B1E0}" srcOrd="0" destOrd="0" presId="urn:microsoft.com/office/officeart/2005/8/layout/vList5"/>
    <dgm:cxn modelId="{B9508981-E5A5-433F-A2F7-0A1DE581D2F2}" type="parOf" srcId="{C1E58272-8CF5-466B-B75E-D2F80599A028}" destId="{9C7FC505-68DA-4F18-B741-0F07B7654D92}" srcOrd="0" destOrd="0" parTransId="{260D6836-B26F-4165-B4B7-8BD308DC2E56}" sibTransId="{45347E88-36CD-49A7-9A2E-03BD02153F44}"/>
    <dgm:cxn modelId="{6FEA938E-C65B-4680-87FB-74954E12C244}" type="presOf" srcId="{9C7FC505-68DA-4F18-B741-0F07B7654D92}" destId="{AACFBA33-2830-4AFB-8D3F-A4EAF50E0453}" srcOrd="0" destOrd="0" presId="urn:microsoft.com/office/officeart/2005/8/layout/vList5"/>
    <dgm:cxn modelId="{E03EF594-E56A-461C-AE22-13B89EC39EA5}" type="presOf" srcId="{3C0B27DB-A723-4CA2-9BF3-797869C9CD90}" destId="{6091C815-8BF4-4B91-AA6F-5C12B2A82D36}" srcOrd="0" destOrd="1" presId="urn:microsoft.com/office/officeart/2005/8/layout/vList5"/>
    <dgm:cxn modelId="{AB1430A5-C40F-4425-806C-601DDBEB76AB}" type="presOf" srcId="{13EA16E6-E490-44C5-AAA7-391764BC3399}" destId="{DA808C95-A978-4291-BDEE-37790F52CE8B}" srcOrd="0" destOrd="0" presId="urn:microsoft.com/office/officeart/2005/8/layout/vList5"/>
    <dgm:cxn modelId="{50E7DCB7-9D4D-484D-959E-32B170C9E30E}" type="presOf" srcId="{B8EC54F2-337C-42C2-8937-8A0A099F1827}" destId="{B2411729-0A30-4FC0-9028-A15E87BEC0AF}" srcOrd="0" destOrd="0" presId="urn:microsoft.com/office/officeart/2005/8/layout/vList5"/>
    <dgm:cxn modelId="{34F59FD4-F75C-40A9-BC11-0E86ED78C1FF}" type="parOf" srcId="{C1E58272-8CF5-466B-B75E-D2F80599A028}" destId="{431383CA-BB35-42C5-A5D9-3788277E92F4}" srcOrd="1" destOrd="0" parTransId="{DDED46AC-7549-4853-B406-E3A55ECBB9BD}" sibTransId="{14C201A0-0189-4275-AE8D-860363B6486D}"/>
    <dgm:cxn modelId="{C50162E1-7F39-46AE-A929-AA1CD4E8197C}" type="presOf" srcId="{431383CA-BB35-42C5-A5D9-3788277E92F4}" destId="{AACFBA33-2830-4AFB-8D3F-A4EAF50E0453}" srcOrd="0" destOrd="1" presId="urn:microsoft.com/office/officeart/2005/8/layout/vList5"/>
    <dgm:cxn modelId="{E80A436F-975E-4AE1-8AC8-6DEDA294CEC0}" type="presParOf" srcId="{B2411729-0A30-4FC0-9028-A15E87BEC0AF}" destId="{9DF1C0FE-4A21-4550-BE05-613E46B8E262}" srcOrd="0" destOrd="0" presId="urn:microsoft.com/office/officeart/2005/8/layout/vList5"/>
    <dgm:cxn modelId="{12EE7464-9C65-420B-B2A5-962C78B8645E}" type="presParOf" srcId="{9DF1C0FE-4A21-4550-BE05-613E46B8E262}" destId="{DA808C95-A978-4291-BDEE-37790F52CE8B}" srcOrd="0" destOrd="0" presId="urn:microsoft.com/office/officeart/2005/8/layout/vList5"/>
    <dgm:cxn modelId="{211DE475-3911-4076-873B-6A7447ED2488}" type="presParOf" srcId="{9DF1C0FE-4A21-4550-BE05-613E46B8E262}" destId="{36BC81B3-D954-487F-8572-08FF30BA5991}" srcOrd="1" destOrd="0" presId="urn:microsoft.com/office/officeart/2005/8/layout/vList5"/>
    <dgm:cxn modelId="{D40A37DC-942A-4010-8AC0-9062F3936D50}" type="presParOf" srcId="{B2411729-0A30-4FC0-9028-A15E87BEC0AF}" destId="{5CDB7C7A-D643-47BD-9AD9-3EAC0AAEE1D0}" srcOrd="1" destOrd="0" presId="urn:microsoft.com/office/officeart/2005/8/layout/vList5"/>
    <dgm:cxn modelId="{C632F44F-CB54-47E0-BEAE-2A5C097E9BF9}" type="presParOf" srcId="{B2411729-0A30-4FC0-9028-A15E87BEC0AF}" destId="{3D389181-0F4C-4AC2-B366-1350C3654E95}" srcOrd="2" destOrd="0" presId="urn:microsoft.com/office/officeart/2005/8/layout/vList5"/>
    <dgm:cxn modelId="{DF06A3BB-5BA5-4331-AA24-BD89C769746D}" type="presParOf" srcId="{3D389181-0F4C-4AC2-B366-1350C3654E95}" destId="{69CD9EA8-132E-430A-B7E7-F9827430D15C}" srcOrd="0" destOrd="0" presId="urn:microsoft.com/office/officeart/2005/8/layout/vList5"/>
    <dgm:cxn modelId="{70DB297E-1CF1-408D-845E-AC27C85D0D1E}" type="presParOf" srcId="{3D389181-0F4C-4AC2-B366-1350C3654E95}" destId="{6091C815-8BF4-4B91-AA6F-5C12B2A82D36}" srcOrd="1" destOrd="0" presId="urn:microsoft.com/office/officeart/2005/8/layout/vList5"/>
    <dgm:cxn modelId="{51931BBF-DF7E-4D71-9274-A1207F29E5AC}" type="presParOf" srcId="{B2411729-0A30-4FC0-9028-A15E87BEC0AF}" destId="{EDB09401-F556-4371-9B11-D10D28110D1E}" srcOrd="3" destOrd="0" presId="urn:microsoft.com/office/officeart/2005/8/layout/vList5"/>
    <dgm:cxn modelId="{7DB2F91D-254F-4546-8CB1-C2E0101F1C1C}" type="presParOf" srcId="{B2411729-0A30-4FC0-9028-A15E87BEC0AF}" destId="{FB9A413F-1B89-457F-A635-40788D2B4182}" srcOrd="4" destOrd="0" presId="urn:microsoft.com/office/officeart/2005/8/layout/vList5"/>
    <dgm:cxn modelId="{169A0B5D-C749-40E6-B565-0A7BF81E4D42}" type="presParOf" srcId="{FB9A413F-1B89-457F-A635-40788D2B4182}" destId="{A5D8FBCE-3F5E-413B-A1E0-0802D141B1E0}" srcOrd="0" destOrd="0" presId="urn:microsoft.com/office/officeart/2005/8/layout/vList5"/>
    <dgm:cxn modelId="{7A964848-64D2-40BA-A2F3-61E4DF9773AC}" type="presParOf" srcId="{FB9A413F-1B89-457F-A635-40788D2B4182}" destId="{AACFBA33-2830-4AFB-8D3F-A4EAF50E045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B8EC54F2-337C-42C2-8937-8A0A099F182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13EA16E6-E490-44C5-AAA7-391764BC3399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ctr" defTabSz="2889249">
            <a:lnSpc>
              <a:spcPct val="90000"/>
            </a:lnSpc>
            <a:spcBef>
              <a:spcPts val="0"/>
            </a:spcBef>
            <a:spcAft>
              <a:spcPts val="1049"/>
            </a:spcAft>
            <a:defRPr/>
          </a:pPr>
          <a:r>
            <a:rPr lang="de-DE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rPr>
            <a:t>Problemanalyse war etwas trocken</a:t>
          </a:r>
          <a:endParaRPr/>
        </a:p>
      </dgm:t>
    </dgm:pt>
    <dgm:pt modelId="{D6A77838-5FE3-40AD-B842-7541786D4D74}" type="parTrans" cxnId="{367FE919-A0F1-4A99-9DDE-E4A7EB4DF77E}">
      <dgm:prSet/>
      <dgm:spPr bwMode="auto"/>
      <dgm:t>
        <a:bodyPr/>
        <a:lstStyle/>
        <a:p>
          <a:pPr>
            <a:defRPr/>
          </a:pPr>
          <a:endParaRPr/>
        </a:p>
      </dgm:t>
    </dgm:pt>
    <dgm:pt modelId="{B030D7A2-2712-4676-95BD-1FD2027A8710}" type="sibTrans" cxnId="{367FE919-A0F1-4A99-9DDE-E4A7EB4DF77E}">
      <dgm:prSet/>
      <dgm:spPr bwMode="auto"/>
      <dgm:t>
        <a:bodyPr/>
        <a:lstStyle/>
        <a:p>
          <a:pPr>
            <a:defRPr/>
          </a:pPr>
          <a:endParaRPr/>
        </a:p>
      </dgm:t>
    </dgm:pt>
    <dgm:pt modelId="{E4C524F4-FA3A-4EFF-8D5D-BE2BD695E116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Konkrete Zahlen hätten das ganze gut untermalen können.</a:t>
          </a:r>
          <a:endParaRPr/>
        </a:p>
      </dgm:t>
    </dgm:pt>
    <dgm:pt modelId="{121F0D62-FDB0-4A48-8144-E46BB5CC0CF7}" type="parTrans" cxnId="{5DDDA45A-08C8-41D2-9DCE-AE04789A5FED}">
      <dgm:prSet/>
      <dgm:spPr bwMode="auto"/>
      <dgm:t>
        <a:bodyPr/>
        <a:lstStyle/>
        <a:p>
          <a:pPr>
            <a:defRPr/>
          </a:pPr>
          <a:endParaRPr/>
        </a:p>
      </dgm:t>
    </dgm:pt>
    <dgm:pt modelId="{C77374FB-61B8-4E33-B075-86A50DDC379B}" type="sibTrans" cxnId="{5DDDA45A-08C8-41D2-9DCE-AE04789A5FED}">
      <dgm:prSet/>
      <dgm:spPr bwMode="auto"/>
      <dgm:t>
        <a:bodyPr/>
        <a:lstStyle/>
        <a:p>
          <a:pPr>
            <a:defRPr/>
          </a:pPr>
          <a:endParaRPr/>
        </a:p>
      </dgm:t>
    </dgm:pt>
    <dgm:pt modelId="{713B23D7-73E3-4C3B-9427-556A554CA9EA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Kleinere interaktive Elemente (z.B. Rückfragen), um die Aufmerksamkeit der Zuhörer zu behalten.</a:t>
          </a:r>
          <a:endParaRPr/>
        </a:p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endParaRPr/>
        </a:p>
      </dgm:t>
    </dgm:pt>
    <dgm:pt modelId="{026578C2-6442-4871-A7DE-A777864FDED1}" type="parTrans" cxnId="{2FAF9D5B-CB66-4DF4-AD17-A0493C900879}">
      <dgm:prSet/>
      <dgm:spPr bwMode="auto"/>
      <dgm:t>
        <a:bodyPr/>
        <a:lstStyle/>
        <a:p>
          <a:pPr>
            <a:defRPr/>
          </a:pPr>
          <a:endParaRPr/>
        </a:p>
      </dgm:t>
    </dgm:pt>
    <dgm:pt modelId="{C8203BAD-8980-4E28-99B2-3CC01C39FAC9}" type="sibTrans" cxnId="{2FAF9D5B-CB66-4DF4-AD17-A0493C900879}">
      <dgm:prSet/>
      <dgm:spPr bwMode="auto"/>
      <dgm:t>
        <a:bodyPr/>
        <a:lstStyle/>
        <a:p>
          <a:pPr>
            <a:defRPr/>
          </a:pPr>
          <a:endParaRPr/>
        </a:p>
      </dgm:t>
    </dgm:pt>
    <dgm:pt modelId="{2D2CF11C-BA79-48F5-9AE2-365E4FFDC691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ctr" defTabSz="2889249">
            <a:lnSpc>
              <a:spcPct val="90000"/>
            </a:lnSpc>
            <a:spcBef>
              <a:spcPts val="0"/>
            </a:spcBef>
            <a:spcAft>
              <a:spcPts val="1049"/>
            </a:spcAft>
            <a:defRPr/>
          </a:pPr>
          <a:r>
            <a:rPr lang="de-DE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rPr>
            <a:t>Definition einer </a:t>
          </a:r>
          <a:r>
            <a:rPr lang="de-DE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rPr>
            <a:t>Nicht-Funktionalen</a:t>
          </a:r>
          <a:r>
            <a:rPr lang="de-DE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rPr>
            <a:t> Anforderung</a:t>
          </a:r>
          <a:r>
            <a:rPr/>
            <a:t> war zunächst unklar</a:t>
          </a:r>
          <a:endParaRPr/>
        </a:p>
      </dgm:t>
    </dgm:pt>
    <dgm:pt modelId="{CE28476C-AADB-41C1-905B-ADC8ED9A7A4D}" type="parTrans" cxnId="{06E37162-D7A4-45E8-8825-FB540FBEE795}">
      <dgm:prSet/>
      <dgm:spPr bwMode="auto"/>
      <dgm:t>
        <a:bodyPr/>
        <a:lstStyle/>
        <a:p>
          <a:pPr>
            <a:defRPr/>
          </a:pPr>
          <a:endParaRPr/>
        </a:p>
      </dgm:t>
    </dgm:pt>
    <dgm:pt modelId="{2FBE046B-B185-4623-8F5E-92492C833E6A}" type="sibTrans" cxnId="{06E37162-D7A4-45E8-8825-FB540FBEE795}">
      <dgm:prSet/>
      <dgm:spPr bwMode="auto"/>
      <dgm:t>
        <a:bodyPr/>
        <a:lstStyle/>
        <a:p>
          <a:pPr>
            <a:defRPr/>
          </a:pPr>
          <a:endParaRPr/>
        </a:p>
      </dgm:t>
    </dgm:pt>
    <dgm:pt modelId="{31B7A04D-BCC8-41C3-A6D6-6571E5E4C346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Ausführlichere Erklärung mit Negativ-Beispiel.</a:t>
          </a:r>
          <a:endParaRPr/>
        </a:p>
      </dgm:t>
    </dgm:pt>
    <dgm:pt modelId="{51FC835B-FF3A-4A84-BF10-8269871A25B2}" type="parTrans" cxnId="{614D5A14-89D1-47F3-8AC6-4739F73592FD}">
      <dgm:prSet/>
      <dgm:spPr bwMode="auto"/>
      <dgm:t>
        <a:bodyPr/>
        <a:lstStyle/>
        <a:p>
          <a:pPr>
            <a:defRPr/>
          </a:pPr>
          <a:endParaRPr/>
        </a:p>
      </dgm:t>
    </dgm:pt>
    <dgm:pt modelId="{DA0E5737-5D4F-4040-B416-0B2A6B6ECBB4}" type="sibTrans" cxnId="{614D5A14-89D1-47F3-8AC6-4739F73592FD}">
      <dgm:prSet/>
      <dgm:spPr bwMode="auto"/>
      <dgm:t>
        <a:bodyPr/>
        <a:lstStyle/>
        <a:p>
          <a:pPr>
            <a:defRPr/>
          </a:pPr>
          <a:endParaRPr/>
        </a:p>
      </dgm:t>
    </dgm:pt>
    <dgm:pt modelId="{3C0B27DB-A723-4CA2-9BF3-797869C9CD90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Kleine Übung/Quiz mit den Teilnehmern</a:t>
          </a:r>
          <a:r>
            <a:rPr/>
            <a:t>.</a:t>
          </a:r>
          <a:endParaRPr/>
        </a:p>
      </dgm:t>
    </dgm:pt>
    <dgm:pt modelId="{B5C6D7DF-DC50-4731-A07D-BDEF77275698}" type="parTrans" cxnId="{E7D2083A-D1B8-4DB7-AB63-C54198F89C3E}">
      <dgm:prSet/>
      <dgm:spPr bwMode="auto"/>
      <dgm:t>
        <a:bodyPr/>
        <a:lstStyle/>
        <a:p>
          <a:pPr>
            <a:defRPr/>
          </a:pPr>
          <a:endParaRPr/>
        </a:p>
      </dgm:t>
    </dgm:pt>
    <dgm:pt modelId="{E837F687-F85C-42BB-964A-1317E1066452}" type="sibTrans" cxnId="{E7D2083A-D1B8-4DB7-AB63-C54198F89C3E}">
      <dgm:prSet/>
      <dgm:spPr bwMode="auto"/>
      <dgm:t>
        <a:bodyPr/>
        <a:lstStyle/>
        <a:p>
          <a:pPr>
            <a:defRPr/>
          </a:pPr>
          <a:endParaRPr/>
        </a:p>
      </dgm:t>
    </dgm:pt>
    <dgm:pt modelId="{C1E58272-8CF5-466B-B75E-D2F80599A028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ctr" defTabSz="2889249">
            <a:lnSpc>
              <a:spcPct val="90000"/>
            </a:lnSpc>
            <a:spcBef>
              <a:spcPts val="0"/>
            </a:spcBef>
            <a:spcAft>
              <a:spcPts val="964"/>
            </a:spcAft>
            <a:defRPr/>
          </a:pPr>
          <a:r>
            <a:rPr/>
            <a:t>World-Café dauerte länger als gedacht</a:t>
          </a:r>
          <a:endParaRPr/>
        </a:p>
      </dgm:t>
    </dgm:pt>
    <dgm:pt modelId="{2A0A5DAD-266E-499F-A47E-37056025D5A0}" type="parTrans" cxnId="{C2AD9704-AA87-44CC-BF30-58B721CBFF3A}">
      <dgm:prSet/>
      <dgm:spPr bwMode="auto"/>
      <dgm:t>
        <a:bodyPr/>
        <a:lstStyle/>
        <a:p>
          <a:pPr>
            <a:defRPr/>
          </a:pPr>
          <a:endParaRPr/>
        </a:p>
      </dgm:t>
    </dgm:pt>
    <dgm:pt modelId="{8169650E-09E5-41BF-B99B-6CED5ABF5B97}" type="sibTrans" cxnId="{C2AD9704-AA87-44CC-BF30-58B721CBFF3A}">
      <dgm:prSet/>
      <dgm:spPr bwMode="auto"/>
      <dgm:t>
        <a:bodyPr/>
        <a:lstStyle/>
        <a:p>
          <a:pPr>
            <a:defRPr/>
          </a:pPr>
          <a:endParaRPr/>
        </a:p>
      </dgm:t>
    </dgm:pt>
    <dgm:pt modelId="{9C7FC505-68DA-4F18-B741-0F07B7654D92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Für Gruppenarbeiten mehr Zeit einplanen, gerade wenn auch etwas aufgeschrieben/ausformuliert wird.</a:t>
          </a:r>
          <a:endParaRPr/>
        </a:p>
      </dgm:t>
    </dgm:pt>
    <dgm:pt modelId="{260D6836-B26F-4165-B4B7-8BD308DC2E56}" type="parTrans" cxnId="{B9508981-E5A5-433F-A2F7-0A1DE581D2F2}">
      <dgm:prSet/>
      <dgm:spPr bwMode="auto"/>
      <dgm:t>
        <a:bodyPr/>
        <a:lstStyle/>
        <a:p>
          <a:pPr>
            <a:defRPr/>
          </a:pPr>
          <a:endParaRPr/>
        </a:p>
      </dgm:t>
    </dgm:pt>
    <dgm:pt modelId="{45347E88-36CD-49A7-9A2E-03BD02153F44}" type="sibTrans" cxnId="{B9508981-E5A5-433F-A2F7-0A1DE581D2F2}">
      <dgm:prSet/>
      <dgm:spPr bwMode="auto"/>
      <dgm:t>
        <a:bodyPr/>
        <a:lstStyle/>
        <a:p>
          <a:pPr>
            <a:defRPr/>
          </a:pPr>
          <a:endParaRPr/>
        </a:p>
      </dgm:t>
    </dgm:pt>
    <dgm:pt modelId="{431383CA-BB35-42C5-A5D9-3788277E92F4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Eventuell ein Probelauf mit unbeteiligten Personen</a:t>
          </a:r>
          <a:r>
            <a:rPr/>
            <a:t>.</a:t>
          </a:r>
          <a:endParaRPr/>
        </a:p>
      </dgm:t>
    </dgm:pt>
    <dgm:pt modelId="{DDED46AC-7549-4853-B406-E3A55ECBB9BD}" type="parTrans" cxnId="{34F59FD4-F75C-40A9-BC11-0E86ED78C1FF}">
      <dgm:prSet/>
      <dgm:spPr bwMode="auto"/>
      <dgm:t>
        <a:bodyPr/>
        <a:lstStyle/>
        <a:p>
          <a:pPr>
            <a:defRPr/>
          </a:pPr>
          <a:endParaRPr/>
        </a:p>
      </dgm:t>
    </dgm:pt>
    <dgm:pt modelId="{14C201A0-0189-4275-AE8D-860363B6486D}" type="sibTrans" cxnId="{34F59FD4-F75C-40A9-BC11-0E86ED78C1FF}">
      <dgm:prSet/>
      <dgm:spPr bwMode="auto"/>
      <dgm:t>
        <a:bodyPr/>
        <a:lstStyle/>
        <a:p>
          <a:pPr>
            <a:defRPr/>
          </a:pPr>
          <a:endParaRPr/>
        </a:p>
      </dgm:t>
    </dgm:pt>
    <dgm:pt modelId="{B2411729-0A30-4FC0-9028-A15E87BEC0AF}" type="pres">
      <dgm:prSet presAssocID="{B8EC54F2-337C-42C2-8937-8A0A099F1827}" presName="Name0" presStyleCnt="0">
        <dgm:presLayoutVars>
          <dgm:dir val="norm"/>
          <dgm:animLvl val="lvl"/>
          <dgm:resizeHandles val="exact"/>
        </dgm:presLayoutVars>
      </dgm:prSet>
      <dgm:spPr bwMode="auto"/>
    </dgm:pt>
    <dgm:pt modelId="{9DF1C0FE-4A21-4550-BE05-613E46B8E262}" type="pres">
      <dgm:prSet presAssocID="{13EA16E6-E490-44C5-AAA7-391764BC3399}" presName="linNode" presStyleCnt="0"/>
      <dgm:spPr bwMode="auto"/>
    </dgm:pt>
    <dgm:pt modelId="{DA808C95-A978-4291-BDEE-37790F52CE8B}" type="pres">
      <dgm:prSet presAssocID="{13EA16E6-E490-44C5-AAA7-391764BC3399}" presName="parentText" presStyleLbl="node1" presStyleIdx="0" presStyleCnt="3">
        <dgm:presLayoutVars>
          <dgm:chMax val="1"/>
          <dgm:bulletEnabled val="1"/>
        </dgm:presLayoutVars>
      </dgm:prSet>
      <dgm:spPr bwMode="auto">
        <a:solidFill>
          <a:srgbClr val="D9A300"/>
        </a:solidFill>
      </dgm:spPr>
    </dgm:pt>
    <dgm:pt modelId="{36BC81B3-D954-487F-8572-08FF30BA5991}" type="pres">
      <dgm:prSet presAssocID="{13EA16E6-E490-44C5-AAA7-391764BC3399}" presName="descendantText" presStyleLbl="alignAccFollowNode1" presStyleIdx="0" presStyleCnt="3">
        <dgm:presLayoutVars>
          <dgm:bulletEnabled val="1"/>
        </dgm:presLayoutVars>
      </dgm:prSet>
      <dgm:spPr bwMode="auto"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</dgm:spPr>
    </dgm:pt>
    <dgm:pt modelId="{5CDB7C7A-D643-47BD-9AD9-3EAC0AAEE1D0}" type="pres">
      <dgm:prSet presAssocID="{B030D7A2-2712-4676-95BD-1FD2027A8710}" presName="sp" presStyleCnt="0"/>
      <dgm:spPr bwMode="auto"/>
    </dgm:pt>
    <dgm:pt modelId="{3D389181-0F4C-4AC2-B366-1350C3654E95}" type="pres">
      <dgm:prSet presAssocID="{2D2CF11C-BA79-48F5-9AE2-365E4FFDC691}" presName="linNode" presStyleCnt="0"/>
      <dgm:spPr bwMode="auto"/>
    </dgm:pt>
    <dgm:pt modelId="{69CD9EA8-132E-430A-B7E7-F9827430D15C}" type="pres">
      <dgm:prSet presAssocID="{2D2CF11C-BA79-48F5-9AE2-365E4FFDC691}" presName="parentText" presStyleLbl="node1" presStyleIdx="1" presStyleCnt="3">
        <dgm:presLayoutVars>
          <dgm:chMax val="1"/>
          <dgm:bulletEnabled val="1"/>
        </dgm:presLayoutVars>
      </dgm:prSet>
      <dgm:spPr bwMode="auto">
        <a:solidFill>
          <a:srgbClr val="D9A300"/>
        </a:solidFill>
      </dgm:spPr>
    </dgm:pt>
    <dgm:pt modelId="{6091C815-8BF4-4B91-AA6F-5C12B2A82D36}" type="pres">
      <dgm:prSet presAssocID="{2D2CF11C-BA79-48F5-9AE2-365E4FFDC691}" presName="descendantText" presStyleLbl="alignAccFollowNode1" presStyleIdx="1" presStyleCnt="3">
        <dgm:presLayoutVars>
          <dgm:bulletEnabled val="1"/>
        </dgm:presLayoutVars>
      </dgm:prSet>
      <dgm:spPr bwMode="auto"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</dgm:spPr>
    </dgm:pt>
    <dgm:pt modelId="{EDB09401-F556-4371-9B11-D10D28110D1E}" type="pres">
      <dgm:prSet presAssocID="{2FBE046B-B185-4623-8F5E-92492C833E6A}" presName="sp" presStyleCnt="0"/>
      <dgm:spPr bwMode="auto"/>
    </dgm:pt>
    <dgm:pt modelId="{FB9A413F-1B89-457F-A635-40788D2B4182}" type="pres">
      <dgm:prSet presAssocID="{C1E58272-8CF5-466B-B75E-D2F80599A028}" presName="linNode" presStyleCnt="0"/>
      <dgm:spPr bwMode="auto"/>
    </dgm:pt>
    <dgm:pt modelId="{A5D8FBCE-3F5E-413B-A1E0-0802D141B1E0}" type="pres">
      <dgm:prSet custLinFactX="152" presAssocID="{C1E58272-8CF5-466B-B75E-D2F80599A028}" presName="parentText" presStyleLbl="node1" presStyleIdx="2" presStyleCnt="3">
        <dgm:presLayoutVars>
          <dgm:chMax val="1"/>
          <dgm:bulletEnabled val="1"/>
        </dgm:presLayoutVars>
      </dgm:prSet>
      <dgm:spPr bwMode="auto">
        <a:solidFill>
          <a:srgbClr val="D9A300"/>
        </a:solidFill>
      </dgm:spPr>
    </dgm:pt>
    <dgm:pt modelId="{AACFBA33-2830-4AFB-8D3F-A4EAF50E0453}" type="pres">
      <dgm:prSet presAssocID="{C1E58272-8CF5-466B-B75E-D2F80599A028}" presName="descendantText" presStyleLbl="alignAccFollowNode1" presStyleIdx="2" presStyleCnt="3">
        <dgm:presLayoutVars>
          <dgm:bulletEnabled val="1"/>
        </dgm:presLayoutVars>
      </dgm:prSet>
      <dgm:spPr bwMode="auto"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</dgm:spPr>
    </dgm:pt>
  </dgm:ptLst>
  <dgm:cxnLst>
    <dgm:cxn modelId="{C2AD9704-AA87-44CC-BF30-58B721CBFF3A}" type="parOf" srcId="{B8EC54F2-337C-42C2-8937-8A0A099F1827}" destId="{C1E58272-8CF5-466B-B75E-D2F80599A028}" srcOrd="2" destOrd="0" parTransId="{2A0A5DAD-266E-499F-A47E-37056025D5A0}" sibTransId="{8169650E-09E5-41BF-B99B-6CED5ABF5B97}"/>
    <dgm:cxn modelId="{614D5A14-89D1-47F3-8AC6-4739F73592FD}" type="parOf" srcId="{2D2CF11C-BA79-48F5-9AE2-365E4FFDC691}" destId="{31B7A04D-BCC8-41C3-A6D6-6571E5E4C346}" srcOrd="0" destOrd="0" parTransId="{51FC835B-FF3A-4A84-BF10-8269871A25B2}" sibTransId="{DA0E5737-5D4F-4040-B416-0B2A6B6ECBB4}"/>
    <dgm:cxn modelId="{367FE919-A0F1-4A99-9DDE-E4A7EB4DF77E}" type="parOf" srcId="{B8EC54F2-337C-42C2-8937-8A0A099F1827}" destId="{13EA16E6-E490-44C5-AAA7-391764BC3399}" srcOrd="0" destOrd="0" parTransId="{D6A77838-5FE3-40AD-B842-7541786D4D74}" sibTransId="{B030D7A2-2712-4676-95BD-1FD2027A8710}"/>
    <dgm:cxn modelId="{FBA67B2D-410D-4D9F-A56F-FF4870B1B12B}" type="presOf" srcId="{E4C524F4-FA3A-4EFF-8D5D-BE2BD695E116}" destId="{36BC81B3-D954-487F-8572-08FF30BA5991}" srcOrd="0" destOrd="0" presId="urn:microsoft.com/office/officeart/2005/8/layout/vList5"/>
    <dgm:cxn modelId="{E7D2083A-D1B8-4DB7-AB63-C54198F89C3E}" type="parOf" srcId="{2D2CF11C-BA79-48F5-9AE2-365E4FFDC691}" destId="{3C0B27DB-A723-4CA2-9BF3-797869C9CD90}" srcOrd="1" destOrd="0" parTransId="{B5C6D7DF-DC50-4731-A07D-BDEF77275698}" sibTransId="{E837F687-F85C-42BB-964A-1317E1066452}"/>
    <dgm:cxn modelId="{2FAF9D5B-CB66-4DF4-AD17-A0493C900879}" type="parOf" srcId="{13EA16E6-E490-44C5-AAA7-391764BC3399}" destId="{713B23D7-73E3-4C3B-9427-556A554CA9EA}" srcOrd="1" destOrd="0" parTransId="{026578C2-6442-4871-A7DE-A777864FDED1}" sibTransId="{C8203BAD-8980-4E28-99B2-3CC01C39FAC9}"/>
    <dgm:cxn modelId="{256B3E5C-D8E3-4CFD-B084-93339DDD7D1C}" type="presOf" srcId="{2D2CF11C-BA79-48F5-9AE2-365E4FFDC691}" destId="{69CD9EA8-132E-430A-B7E7-F9827430D15C}" srcOrd="0" destOrd="0" presId="urn:microsoft.com/office/officeart/2005/8/layout/vList5"/>
    <dgm:cxn modelId="{06E37162-D7A4-45E8-8825-FB540FBEE795}" type="parOf" srcId="{B8EC54F2-337C-42C2-8937-8A0A099F1827}" destId="{2D2CF11C-BA79-48F5-9AE2-365E4FFDC691}" srcOrd="1" destOrd="0" parTransId="{CE28476C-AADB-41C1-905B-ADC8ED9A7A4D}" sibTransId="{2FBE046B-B185-4623-8F5E-92492C833E6A}"/>
    <dgm:cxn modelId="{E55A0D72-DC6A-4D6B-8F9F-0B14477C66DD}" type="presOf" srcId="{31B7A04D-BCC8-41C3-A6D6-6571E5E4C346}" destId="{6091C815-8BF4-4B91-AA6F-5C12B2A82D36}" srcOrd="0" destOrd="0" presId="urn:microsoft.com/office/officeart/2005/8/layout/vList5"/>
    <dgm:cxn modelId="{B795AE57-3B56-4C89-93B6-915635EE77E9}" type="presOf" srcId="{713B23D7-73E3-4C3B-9427-556A554CA9EA}" destId="{36BC81B3-D954-487F-8572-08FF30BA5991}" srcOrd="0" destOrd="1" presId="urn:microsoft.com/office/officeart/2005/8/layout/vList5"/>
    <dgm:cxn modelId="{5DDDA45A-08C8-41D2-9DCE-AE04789A5FED}" type="parOf" srcId="{13EA16E6-E490-44C5-AAA7-391764BC3399}" destId="{E4C524F4-FA3A-4EFF-8D5D-BE2BD695E116}" srcOrd="0" destOrd="0" parTransId="{121F0D62-FDB0-4A48-8144-E46BB5CC0CF7}" sibTransId="{C77374FB-61B8-4E33-B075-86A50DDC379B}"/>
    <dgm:cxn modelId="{C7B4E37E-34C2-4F22-B6F7-0BB7ACF58A10}" type="presOf" srcId="{C1E58272-8CF5-466B-B75E-D2F80599A028}" destId="{A5D8FBCE-3F5E-413B-A1E0-0802D141B1E0}" srcOrd="0" destOrd="0" presId="urn:microsoft.com/office/officeart/2005/8/layout/vList5"/>
    <dgm:cxn modelId="{B9508981-E5A5-433F-A2F7-0A1DE581D2F2}" type="parOf" srcId="{C1E58272-8CF5-466B-B75E-D2F80599A028}" destId="{9C7FC505-68DA-4F18-B741-0F07B7654D92}" srcOrd="0" destOrd="0" parTransId="{260D6836-B26F-4165-B4B7-8BD308DC2E56}" sibTransId="{45347E88-36CD-49A7-9A2E-03BD02153F44}"/>
    <dgm:cxn modelId="{6FEA938E-C65B-4680-87FB-74954E12C244}" type="presOf" srcId="{9C7FC505-68DA-4F18-B741-0F07B7654D92}" destId="{AACFBA33-2830-4AFB-8D3F-A4EAF50E0453}" srcOrd="0" destOrd="0" presId="urn:microsoft.com/office/officeart/2005/8/layout/vList5"/>
    <dgm:cxn modelId="{E03EF594-E56A-461C-AE22-13B89EC39EA5}" type="presOf" srcId="{3C0B27DB-A723-4CA2-9BF3-797869C9CD90}" destId="{6091C815-8BF4-4B91-AA6F-5C12B2A82D36}" srcOrd="0" destOrd="1" presId="urn:microsoft.com/office/officeart/2005/8/layout/vList5"/>
    <dgm:cxn modelId="{AB1430A5-C40F-4425-806C-601DDBEB76AB}" type="presOf" srcId="{13EA16E6-E490-44C5-AAA7-391764BC3399}" destId="{DA808C95-A978-4291-BDEE-37790F52CE8B}" srcOrd="0" destOrd="0" presId="urn:microsoft.com/office/officeart/2005/8/layout/vList5"/>
    <dgm:cxn modelId="{50E7DCB7-9D4D-484D-959E-32B170C9E30E}" type="presOf" srcId="{B8EC54F2-337C-42C2-8937-8A0A099F1827}" destId="{B2411729-0A30-4FC0-9028-A15E87BEC0AF}" srcOrd="0" destOrd="0" presId="urn:microsoft.com/office/officeart/2005/8/layout/vList5"/>
    <dgm:cxn modelId="{34F59FD4-F75C-40A9-BC11-0E86ED78C1FF}" type="parOf" srcId="{C1E58272-8CF5-466B-B75E-D2F80599A028}" destId="{431383CA-BB35-42C5-A5D9-3788277E92F4}" srcOrd="1" destOrd="0" parTransId="{DDED46AC-7549-4853-B406-E3A55ECBB9BD}" sibTransId="{14C201A0-0189-4275-AE8D-860363B6486D}"/>
    <dgm:cxn modelId="{C50162E1-7F39-46AE-A929-AA1CD4E8197C}" type="presOf" srcId="{431383CA-BB35-42C5-A5D9-3788277E92F4}" destId="{AACFBA33-2830-4AFB-8D3F-A4EAF50E0453}" srcOrd="0" destOrd="1" presId="urn:microsoft.com/office/officeart/2005/8/layout/vList5"/>
    <dgm:cxn modelId="{E80A436F-975E-4AE1-8AC8-6DEDA294CEC0}" type="presParOf" srcId="{B2411729-0A30-4FC0-9028-A15E87BEC0AF}" destId="{9DF1C0FE-4A21-4550-BE05-613E46B8E262}" srcOrd="0" destOrd="0" presId="urn:microsoft.com/office/officeart/2005/8/layout/vList5"/>
    <dgm:cxn modelId="{12EE7464-9C65-420B-B2A5-962C78B8645E}" type="presParOf" srcId="{9DF1C0FE-4A21-4550-BE05-613E46B8E262}" destId="{DA808C95-A978-4291-BDEE-37790F52CE8B}" srcOrd="0" destOrd="0" presId="urn:microsoft.com/office/officeart/2005/8/layout/vList5"/>
    <dgm:cxn modelId="{211DE475-3911-4076-873B-6A7447ED2488}" type="presParOf" srcId="{9DF1C0FE-4A21-4550-BE05-613E46B8E262}" destId="{36BC81B3-D954-487F-8572-08FF30BA5991}" srcOrd="1" destOrd="0" presId="urn:microsoft.com/office/officeart/2005/8/layout/vList5"/>
    <dgm:cxn modelId="{D40A37DC-942A-4010-8AC0-9062F3936D50}" type="presParOf" srcId="{B2411729-0A30-4FC0-9028-A15E87BEC0AF}" destId="{5CDB7C7A-D643-47BD-9AD9-3EAC0AAEE1D0}" srcOrd="1" destOrd="0" presId="urn:microsoft.com/office/officeart/2005/8/layout/vList5"/>
    <dgm:cxn modelId="{C632F44F-CB54-47E0-BEAE-2A5C097E9BF9}" type="presParOf" srcId="{B2411729-0A30-4FC0-9028-A15E87BEC0AF}" destId="{3D389181-0F4C-4AC2-B366-1350C3654E95}" srcOrd="2" destOrd="0" presId="urn:microsoft.com/office/officeart/2005/8/layout/vList5"/>
    <dgm:cxn modelId="{DF06A3BB-5BA5-4331-AA24-BD89C769746D}" type="presParOf" srcId="{3D389181-0F4C-4AC2-B366-1350C3654E95}" destId="{69CD9EA8-132E-430A-B7E7-F9827430D15C}" srcOrd="0" destOrd="0" presId="urn:microsoft.com/office/officeart/2005/8/layout/vList5"/>
    <dgm:cxn modelId="{70DB297E-1CF1-408D-845E-AC27C85D0D1E}" type="presParOf" srcId="{3D389181-0F4C-4AC2-B366-1350C3654E95}" destId="{6091C815-8BF4-4B91-AA6F-5C12B2A82D36}" srcOrd="1" destOrd="0" presId="urn:microsoft.com/office/officeart/2005/8/layout/vList5"/>
    <dgm:cxn modelId="{51931BBF-DF7E-4D71-9274-A1207F29E5AC}" type="presParOf" srcId="{B2411729-0A30-4FC0-9028-A15E87BEC0AF}" destId="{EDB09401-F556-4371-9B11-D10D28110D1E}" srcOrd="3" destOrd="0" presId="urn:microsoft.com/office/officeart/2005/8/layout/vList5"/>
    <dgm:cxn modelId="{7DB2F91D-254F-4546-8CB1-C2E0101F1C1C}" type="presParOf" srcId="{B2411729-0A30-4FC0-9028-A15E87BEC0AF}" destId="{FB9A413F-1B89-457F-A635-40788D2B4182}" srcOrd="4" destOrd="0" presId="urn:microsoft.com/office/officeart/2005/8/layout/vList5"/>
    <dgm:cxn modelId="{169A0B5D-C749-40E6-B565-0A7BF81E4D42}" type="presParOf" srcId="{FB9A413F-1B89-457F-A635-40788D2B4182}" destId="{A5D8FBCE-3F5E-413B-A1E0-0802D141B1E0}" srcOrd="0" destOrd="0" presId="urn:microsoft.com/office/officeart/2005/8/layout/vList5"/>
    <dgm:cxn modelId="{7A964848-64D2-40BA-A2F3-61E4DF9773AC}" type="presParOf" srcId="{FB9A413F-1B89-457F-A635-40788D2B4182}" destId="{AACFBA33-2830-4AFB-8D3F-A4EAF50E045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386269303" name=""/>
      <dsp:cNvGrpSpPr/>
    </dsp:nvGrpSpPr>
    <dsp:grpSpPr bwMode="auto">
      <a:xfrm rot="0">
        <a:off x="0" y="0"/>
        <a:ext cx="9865019" cy="3703776"/>
        <a:chOff x="0" y="0"/>
        <a:chExt cx="9865019" cy="3703776"/>
      </a:xfrm>
    </dsp:grpSpPr>
    <dsp:sp modelId="{45DB24E4-AD34-4617-90A9-EA22C776EF58}">
      <dsp:nvSpPr>
        <dsp:cNvPr id="1780759893" name=""/>
        <dsp:cNvSpPr/>
      </dsp:nvSpPr>
      <dsp:spPr bwMode="auto">
        <a:xfrm>
          <a:off x="120" y="0"/>
          <a:ext cx="1604028" cy="37037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200"/>
            <a:t>Instabilität</a:t>
          </a:r>
          <a:r>
            <a:rPr lang="en-US" sz="1200"/>
            <a:t> </a:t>
          </a:r>
          <a:r>
            <a:rPr lang="en-US" sz="1200"/>
            <a:t>bei</a:t>
          </a:r>
          <a:r>
            <a:rPr lang="en-US" sz="1200"/>
            <a:t> </a:t>
          </a:r>
          <a:r>
            <a:rPr lang="en-US" sz="1200"/>
            <a:t>Lastspitzen</a:t>
          </a:r>
          <a:endParaRPr lang="en-US" sz="1200"/>
        </a:p>
      </dsp:txBody>
      <dsp:txXfrm>
        <a:off x="120" y="1481510"/>
        <a:ext cx="1604028" cy="1481510"/>
      </dsp:txXfrm>
    </dsp:sp>
    <dsp:sp modelId="{A7C1E465-30C8-4A44-959B-783AE738A3D4}">
      <dsp:nvSpPr>
        <dsp:cNvPr id="1474239516" name=""/>
        <dsp:cNvSpPr/>
      </dsp:nvSpPr>
      <dsp:spPr bwMode="auto">
        <a:xfrm>
          <a:off x="185456" y="222226"/>
          <a:ext cx="1233357" cy="1233357"/>
        </a:xfrm>
        <a:prstGeom prst="ellipse">
          <a:avLst/>
        </a:prstGeom>
        <a:blipFill rotWithShape="1">
          <a:blip r:embed="rId1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663E2461-6D80-4D33-A6BB-2E57EC29B1B8}">
      <dsp:nvSpPr>
        <dsp:cNvPr id="282672201" name=""/>
        <dsp:cNvSpPr/>
      </dsp:nvSpPr>
      <dsp:spPr bwMode="auto">
        <a:xfrm>
          <a:off x="1652270" y="0"/>
          <a:ext cx="1604028" cy="37037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200"/>
            <a:t>Inkonsistente</a:t>
          </a:r>
          <a:r>
            <a:rPr lang="en-US" sz="1200"/>
            <a:t> Performance </a:t>
          </a:r>
          <a:r>
            <a:rPr lang="en-US" sz="1200"/>
            <a:t>im</a:t>
          </a:r>
          <a:r>
            <a:rPr lang="en-US" sz="1200"/>
            <a:t> </a:t>
          </a:r>
          <a:r>
            <a:rPr lang="en-US" sz="1200"/>
            <a:t>Tagesbetrieb</a:t>
          </a:r>
          <a:endParaRPr lang="en-US" sz="1200"/>
        </a:p>
      </dsp:txBody>
      <dsp:txXfrm>
        <a:off x="1652270" y="1481510"/>
        <a:ext cx="1604028" cy="1481510"/>
      </dsp:txXfrm>
    </dsp:sp>
    <dsp:sp modelId="{771F78DE-CE14-4A0E-A701-82FE826BFB6F}">
      <dsp:nvSpPr>
        <dsp:cNvPr id="490486757" name=""/>
        <dsp:cNvSpPr/>
      </dsp:nvSpPr>
      <dsp:spPr bwMode="auto">
        <a:xfrm>
          <a:off x="1837606" y="222226"/>
          <a:ext cx="1233357" cy="1233357"/>
        </a:xfrm>
        <a:prstGeom prst="ellipse">
          <a:avLst/>
        </a:prstGeom>
        <a:blipFill rotWithShape="1">
          <a:blip r:embed="rId2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7129C12C-3F9E-40DE-8E74-401D95F68EF2}">
      <dsp:nvSpPr>
        <dsp:cNvPr id="1634344981" name=""/>
        <dsp:cNvSpPr/>
      </dsp:nvSpPr>
      <dsp:spPr bwMode="auto">
        <a:xfrm>
          <a:off x="3304420" y="0"/>
          <a:ext cx="1604028" cy="37037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200"/>
            <a:t>Hoher </a:t>
          </a:r>
          <a:r>
            <a:rPr lang="en-US" sz="1200"/>
            <a:t>manueller</a:t>
          </a:r>
          <a:r>
            <a:rPr lang="en-US" sz="1200"/>
            <a:t> </a:t>
          </a:r>
          <a:r>
            <a:rPr lang="en-US" sz="1200"/>
            <a:t>Betriebs</a:t>
          </a:r>
          <a:r>
            <a:rPr lang="en-US" sz="1200"/>
            <a:t> – und </a:t>
          </a:r>
          <a:r>
            <a:rPr lang="en-US" sz="1200"/>
            <a:t>Wartungsaufwand</a:t>
          </a:r>
          <a:endParaRPr lang="en-US" sz="1200"/>
        </a:p>
      </dsp:txBody>
      <dsp:txXfrm>
        <a:off x="3304420" y="1481510"/>
        <a:ext cx="1604028" cy="1481510"/>
      </dsp:txXfrm>
    </dsp:sp>
    <dsp:sp modelId="{1F7431C4-5CED-4E92-B4B2-4AFE7E5CBCE5}">
      <dsp:nvSpPr>
        <dsp:cNvPr id="797708170" name=""/>
        <dsp:cNvSpPr/>
      </dsp:nvSpPr>
      <dsp:spPr bwMode="auto">
        <a:xfrm>
          <a:off x="3489755" y="222226"/>
          <a:ext cx="1233357" cy="1233357"/>
        </a:xfrm>
        <a:prstGeom prst="ellipse">
          <a:avLst/>
        </a:prstGeom>
        <a:blipFill rotWithShape="1">
          <a:blip r:embed="rId3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983F09DC-EA17-4672-9577-F6AFE7F8F5F9}">
      <dsp:nvSpPr>
        <dsp:cNvPr id="1509585806" name=""/>
        <dsp:cNvSpPr/>
      </dsp:nvSpPr>
      <dsp:spPr bwMode="auto">
        <a:xfrm>
          <a:off x="4956569" y="0"/>
          <a:ext cx="1604028" cy="37037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200"/>
            <a:t>Eingeschränkte</a:t>
          </a:r>
          <a:r>
            <a:rPr lang="en-US" sz="1200"/>
            <a:t> </a:t>
          </a:r>
          <a:r>
            <a:rPr lang="en-US" sz="1200"/>
            <a:t>Transparenz</a:t>
          </a:r>
          <a:r>
            <a:rPr lang="en-US" sz="1200"/>
            <a:t> &amp; </a:t>
          </a:r>
          <a:r>
            <a:rPr lang="en-US" sz="1200">
              <a:latin typeface="Arial"/>
            </a:rPr>
            <a:t>Reaktionsfähigkeit</a:t>
          </a:r>
          <a:endParaRPr lang="en-US" sz="1200"/>
        </a:p>
      </dsp:txBody>
      <dsp:txXfrm>
        <a:off x="4956569" y="1481510"/>
        <a:ext cx="1604028" cy="1481510"/>
      </dsp:txXfrm>
    </dsp:sp>
    <dsp:sp modelId="{5DD34625-C285-4B4D-8DF2-284FB22CEBEA}">
      <dsp:nvSpPr>
        <dsp:cNvPr id="852265793" name=""/>
        <dsp:cNvSpPr/>
      </dsp:nvSpPr>
      <dsp:spPr bwMode="auto">
        <a:xfrm>
          <a:off x="5141905" y="222226"/>
          <a:ext cx="1233357" cy="1233357"/>
        </a:xfrm>
        <a:prstGeom prst="ellipse">
          <a:avLst/>
        </a:prstGeom>
        <a:blipFill rotWithShape="1">
          <a:blip r:embed="rId4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518AADF3-D244-41B8-8CA8-FD3960FECD64}">
      <dsp:nvSpPr>
        <dsp:cNvPr id="574235317" name=""/>
        <dsp:cNvSpPr/>
      </dsp:nvSpPr>
      <dsp:spPr bwMode="auto">
        <a:xfrm>
          <a:off x="6608719" y="0"/>
          <a:ext cx="1604028" cy="37037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200"/>
            <a:t>Erhöhte</a:t>
          </a:r>
          <a:r>
            <a:rPr lang="en-US" sz="1200"/>
            <a:t> </a:t>
          </a:r>
          <a:r>
            <a:rPr lang="en-US" sz="1200"/>
            <a:t>Risiken</a:t>
          </a:r>
          <a:r>
            <a:rPr lang="en-US" sz="1200"/>
            <a:t> </a:t>
          </a:r>
          <a:r>
            <a:rPr lang="en-US" sz="1200"/>
            <a:t>bei</a:t>
          </a:r>
          <a:r>
            <a:rPr lang="en-US" sz="1200"/>
            <a:t> </a:t>
          </a:r>
          <a:r>
            <a:rPr lang="en-US" sz="1200"/>
            <a:t>Datenqualität</a:t>
          </a:r>
          <a:r>
            <a:rPr lang="en-US" sz="1200"/>
            <a:t>, Sicherheit und Compliance</a:t>
          </a:r>
          <a:endParaRPr/>
        </a:p>
      </dsp:txBody>
      <dsp:txXfrm>
        <a:off x="6608719" y="1481510"/>
        <a:ext cx="1604028" cy="1481510"/>
      </dsp:txXfrm>
    </dsp:sp>
    <dsp:sp modelId="{D2184A5D-17E6-43FF-A5BB-3636EF0C709B}">
      <dsp:nvSpPr>
        <dsp:cNvPr id="1161326490" name=""/>
        <dsp:cNvSpPr/>
      </dsp:nvSpPr>
      <dsp:spPr bwMode="auto">
        <a:xfrm>
          <a:off x="6794055" y="222226"/>
          <a:ext cx="1233357" cy="1233357"/>
        </a:xfrm>
        <a:prstGeom prst="ellipse">
          <a:avLst/>
        </a:prstGeom>
        <a:blipFill rotWithShape="1">
          <a:blip r:embed="rId5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5F5F67E1-086A-4E80-AAAD-A9783D61B567}">
      <dsp:nvSpPr>
        <dsp:cNvPr id="1439568320" name=""/>
        <dsp:cNvSpPr/>
      </dsp:nvSpPr>
      <dsp:spPr bwMode="auto">
        <a:xfrm>
          <a:off x="8260869" y="0"/>
          <a:ext cx="1604028" cy="370377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200"/>
            <a:t>Bregrenzte</a:t>
          </a:r>
          <a:r>
            <a:rPr lang="en-US" sz="1200"/>
            <a:t> Weiter-</a:t>
          </a:r>
          <a:endParaRPr/>
        </a:p>
        <a:p>
          <a:pPr marL="0" lvl="0" indent="0" algn="ctr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200"/>
            <a:t>Entwicklungfähigkeit</a:t>
          </a:r>
          <a:endParaRPr lang="en-US" sz="1200"/>
        </a:p>
        <a:p>
          <a:pPr marL="0" lvl="0" indent="0" algn="ctr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200"/>
            <a:t>&amp; </a:t>
          </a:r>
          <a:r>
            <a:rPr lang="en-US" sz="1200"/>
            <a:t>Planbarkeit</a:t>
          </a:r>
          <a:endParaRPr lang="en-US" sz="1200"/>
        </a:p>
      </dsp:txBody>
      <dsp:txXfrm>
        <a:off x="8260869" y="1481510"/>
        <a:ext cx="1604028" cy="1481510"/>
      </dsp:txXfrm>
    </dsp:sp>
    <dsp:sp modelId="{32F5D57E-368C-4D29-910A-3064DCB2EA7E}">
      <dsp:nvSpPr>
        <dsp:cNvPr id="1467422085" name=""/>
        <dsp:cNvSpPr/>
      </dsp:nvSpPr>
      <dsp:spPr bwMode="auto">
        <a:xfrm>
          <a:off x="8446205" y="222226"/>
          <a:ext cx="1233357" cy="1233357"/>
        </a:xfrm>
        <a:prstGeom prst="ellipse">
          <a:avLst/>
        </a:prstGeom>
        <a:blipFill rotWithShape="1">
          <a:blip r:embed="rId6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943BD1A7-71D6-4AA2-A54D-ACF39382283E}">
      <dsp:nvSpPr>
        <dsp:cNvPr id="1574253007" name=""/>
        <dsp:cNvSpPr/>
      </dsp:nvSpPr>
      <dsp:spPr bwMode="auto">
        <a:xfrm>
          <a:off x="394600" y="2963020"/>
          <a:ext cx="9075817" cy="555566"/>
        </a:xfrm>
        <a:prstGeom prst="leftRightArrow">
          <a:avLst>
            <a:gd name="adj1" fmla="val 5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</dsp:spTree>
</dsp:drawing>
</file>

<file path=ppt/diagrams/drawing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286579330" name=""/>
      <dsp:cNvGrpSpPr/>
    </dsp:nvGrpSpPr>
    <dsp:grpSpPr bwMode="auto">
      <a:xfrm rot="0">
        <a:off x="0" y="0"/>
        <a:ext cx="7318962" cy="4889970"/>
        <a:chOff x="0" y="0"/>
        <a:chExt cx="7318962" cy="4889970"/>
      </a:xfrm>
    </dsp:grpSpPr>
    <dsp:sp modelId="{AB4D83C0-776B-4A4D-9F61-0C13C490E0C2}">
      <dsp:nvSpPr>
        <dsp:cNvPr id="1430619501" name=""/>
        <dsp:cNvSpPr/>
      </dsp:nvSpPr>
      <dsp:spPr bwMode="auto">
        <a:xfrm>
          <a:off x="0" y="2444985"/>
          <a:ext cx="731896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862DBCB3-7DF9-4F93-8BB5-F6DCED937573}">
      <dsp:nvSpPr>
        <dsp:cNvPr id="1085402004" name=""/>
        <dsp:cNvSpPr/>
      </dsp:nvSpPr>
      <dsp:spPr bwMode="auto">
        <a:xfrm rot="8099999">
          <a:off x="76133" y="564037"/>
          <a:ext cx="358474" cy="358474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0BBA42FF-5233-4FFE-A5E6-5396F8C6FD8A}">
      <dsp:nvSpPr>
        <dsp:cNvPr id="2027417656" name=""/>
        <dsp:cNvSpPr/>
      </dsp:nvSpPr>
      <dsp:spPr bwMode="auto">
        <a:xfrm>
          <a:off x="115957" y="603861"/>
          <a:ext cx="278828" cy="2788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1A41D370-CACE-4754-9011-E6BEF2A12BD7}">
      <dsp:nvSpPr>
        <dsp:cNvPr id="1534549095" name=""/>
        <dsp:cNvSpPr/>
      </dsp:nvSpPr>
      <dsp:spPr bwMode="auto">
        <a:xfrm>
          <a:off x="508851" y="997553"/>
          <a:ext cx="2430132" cy="144743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88900" rIns="8890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>
              <a:solidFill>
                <a:srgbClr val="FFFFFF"/>
              </a:solidFill>
              <a:latin typeface="Arial"/>
              <a:ea typeface="+mn-ea"/>
              <a:cs typeface="+mn-cs"/>
            </a:rPr>
            <a:t>01.03.25</a:t>
          </a:r>
          <a:endParaRPr lang="en-US" sz="1400">
            <a:solidFill>
              <a:srgbClr val="FFFFFF"/>
            </a:solidFill>
            <a:ea typeface="+mn-ea"/>
            <a:cs typeface="+mn-cs"/>
          </a:endParaRPr>
        </a:p>
      </dsp:txBody>
      <dsp:txXfrm>
        <a:off x="508851" y="997553"/>
        <a:ext cx="2430132" cy="1447431"/>
      </dsp:txXfrm>
    </dsp:sp>
    <dsp:sp modelId="{6872DAF3-1CE1-4060-BFB1-61ED43DCE3CB}">
      <dsp:nvSpPr>
        <dsp:cNvPr id="491849488" name=""/>
        <dsp:cNvSpPr/>
      </dsp:nvSpPr>
      <dsp:spPr bwMode="auto">
        <a:xfrm>
          <a:off x="508851" y="488997"/>
          <a:ext cx="2430132" cy="50855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en-US" sz="1900" b="0">
              <a:solidFill>
                <a:srgbClr val="FFFFFF"/>
              </a:solidFill>
              <a:ea typeface="+mn-ea"/>
              <a:cs typeface="+mn-cs"/>
            </a:rPr>
            <a:t>Anforderungs</a:t>
          </a:r>
          <a:r>
            <a:rPr lang="en-US" sz="1900" b="0">
              <a:solidFill>
                <a:srgbClr val="FFFFFF"/>
              </a:solidFill>
              <a:ea typeface="+mn-ea"/>
              <a:cs typeface="+mn-cs"/>
            </a:rPr>
            <a:t>-Workshop</a:t>
          </a:r>
          <a:endParaRPr lang="en-US" sz="1900">
            <a:solidFill>
              <a:srgbClr val="FFFFFF"/>
            </a:solidFill>
            <a:ea typeface="+mn-ea"/>
            <a:cs typeface="+mn-cs"/>
          </a:endParaRPr>
        </a:p>
      </dsp:txBody>
      <dsp:txXfrm>
        <a:off x="508851" y="488997"/>
        <a:ext cx="2430132" cy="508556"/>
      </dsp:txXfrm>
    </dsp:sp>
    <dsp:sp modelId="{EFBF5448-09D0-4FEC-8EA3-B9DFB2E2AC2D}">
      <dsp:nvSpPr>
        <dsp:cNvPr id="760218187" name=""/>
        <dsp:cNvSpPr/>
      </dsp:nvSpPr>
      <dsp:spPr bwMode="auto">
        <a:xfrm>
          <a:off x="255371" y="997553"/>
          <a:ext cx="0" cy="144743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ABD5F72B-95E3-46EF-83AC-111AA2556A9F}">
      <dsp:nvSpPr>
        <dsp:cNvPr id="520661061" name=""/>
        <dsp:cNvSpPr/>
      </dsp:nvSpPr>
      <dsp:spPr bwMode="auto">
        <a:xfrm>
          <a:off x="210543" y="2399214"/>
          <a:ext cx="91252" cy="91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CC729667-8EBA-4D01-B673-637CA5492FE0}">
      <dsp:nvSpPr>
        <dsp:cNvPr id="1208379794" name=""/>
        <dsp:cNvSpPr/>
      </dsp:nvSpPr>
      <dsp:spPr bwMode="auto">
        <a:xfrm rot="18900000">
          <a:off x="1535496" y="3967457"/>
          <a:ext cx="358474" cy="358474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EE575EA6-B7BF-433C-B702-DE8A03EE750F}">
      <dsp:nvSpPr>
        <dsp:cNvPr id="1586989781" name=""/>
        <dsp:cNvSpPr/>
      </dsp:nvSpPr>
      <dsp:spPr bwMode="auto">
        <a:xfrm>
          <a:off x="1575319" y="4007280"/>
          <a:ext cx="278828" cy="2788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3E53C250-A503-4DC9-9D0C-1A92B231B19C}">
      <dsp:nvSpPr>
        <dsp:cNvPr id="965977" name=""/>
        <dsp:cNvSpPr/>
      </dsp:nvSpPr>
      <dsp:spPr bwMode="auto">
        <a:xfrm>
          <a:off x="1968213" y="2444985"/>
          <a:ext cx="2430132" cy="144743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133350" rIns="0" bIns="8890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>
              <a:solidFill>
                <a:srgbClr val="FFFFFF"/>
              </a:solidFill>
              <a:latin typeface="Calibri"/>
              <a:ea typeface="Calibri"/>
              <a:cs typeface="Calibri"/>
            </a:rPr>
            <a:t>01.04.25</a:t>
          </a:r>
          <a:endParaRPr lang="en-US" sz="1400">
            <a:solidFill>
              <a:srgbClr val="FFFFFF"/>
            </a:solidFill>
            <a:ea typeface="+mn-ea"/>
            <a:cs typeface="+mn-cs"/>
          </a:endParaRPr>
        </a:p>
      </dsp:txBody>
      <dsp:txXfrm>
        <a:off x="1968213" y="2444985"/>
        <a:ext cx="2430132" cy="1447431"/>
      </dsp:txXfrm>
    </dsp:sp>
    <dsp:sp modelId="{040B3B40-32C7-4F02-9FD9-C2E0D87F2732}">
      <dsp:nvSpPr>
        <dsp:cNvPr id="640955522" name=""/>
        <dsp:cNvSpPr/>
      </dsp:nvSpPr>
      <dsp:spPr bwMode="auto">
        <a:xfrm>
          <a:off x="1968213" y="3892416"/>
          <a:ext cx="2430132" cy="50855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en-US" sz="1900" b="0">
              <a:solidFill>
                <a:srgbClr val="FFFFFF"/>
              </a:solidFill>
              <a:ea typeface="+mn-ea"/>
              <a:cs typeface="+mn-cs"/>
            </a:rPr>
            <a:t>Infrastrukturauswahl</a:t>
          </a:r>
          <a:endParaRPr lang="en-US" sz="1900">
            <a:solidFill>
              <a:srgbClr val="FFFFFF"/>
            </a:solidFill>
            <a:ea typeface="+mn-ea"/>
            <a:cs typeface="+mn-cs"/>
          </a:endParaRPr>
        </a:p>
      </dsp:txBody>
      <dsp:txXfrm>
        <a:off x="1968213" y="3892416"/>
        <a:ext cx="2430132" cy="508556"/>
      </dsp:txXfrm>
    </dsp:sp>
    <dsp:sp modelId="{5E911F89-63AE-46AA-BCD2-3049C41BF47F}">
      <dsp:nvSpPr>
        <dsp:cNvPr id="688641879" name=""/>
        <dsp:cNvSpPr/>
      </dsp:nvSpPr>
      <dsp:spPr bwMode="auto">
        <a:xfrm>
          <a:off x="1714733" y="2444985"/>
          <a:ext cx="0" cy="144743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172768AF-A2AC-4A12-838C-EDF11D78AB66}">
      <dsp:nvSpPr>
        <dsp:cNvPr id="1867663126" name=""/>
        <dsp:cNvSpPr/>
      </dsp:nvSpPr>
      <dsp:spPr bwMode="auto">
        <a:xfrm>
          <a:off x="1669905" y="2399214"/>
          <a:ext cx="91252" cy="91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47C54EE-0B1C-45E9-AD05-7A20511B11DA}">
      <dsp:nvSpPr>
        <dsp:cNvPr id="1314898137" name=""/>
        <dsp:cNvSpPr/>
      </dsp:nvSpPr>
      <dsp:spPr bwMode="auto">
        <a:xfrm rot="8099999">
          <a:off x="2994858" y="564037"/>
          <a:ext cx="358474" cy="358474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F242A5E-BA38-4E8F-8290-19C4997E6834}">
      <dsp:nvSpPr>
        <dsp:cNvPr id="1174984213" name=""/>
        <dsp:cNvSpPr/>
      </dsp:nvSpPr>
      <dsp:spPr bwMode="auto">
        <a:xfrm>
          <a:off x="3034682" y="603861"/>
          <a:ext cx="278828" cy="2788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65C9AAC7-5685-4DD8-8442-6D3A0BA8FC92}">
      <dsp:nvSpPr>
        <dsp:cNvPr id="466359187" name=""/>
        <dsp:cNvSpPr/>
      </dsp:nvSpPr>
      <dsp:spPr bwMode="auto">
        <a:xfrm>
          <a:off x="3427576" y="997553"/>
          <a:ext cx="2430132" cy="144743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88900" rIns="8890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>
              <a:solidFill>
                <a:srgbClr val="FFFFFF"/>
              </a:solidFill>
              <a:latin typeface="Calibri"/>
              <a:ea typeface="Calibri"/>
              <a:cs typeface="Calibri"/>
            </a:rPr>
            <a:t>06.04.25</a:t>
          </a:r>
          <a:endParaRPr lang="en-US" sz="1400">
            <a:solidFill>
              <a:srgbClr val="FFFFFF"/>
            </a:solidFill>
            <a:ea typeface="+mn-ea"/>
            <a:cs typeface="+mn-cs"/>
          </a:endParaRPr>
        </a:p>
      </dsp:txBody>
      <dsp:txXfrm>
        <a:off x="3427576" y="997553"/>
        <a:ext cx="2430132" cy="1447431"/>
      </dsp:txXfrm>
    </dsp:sp>
    <dsp:sp modelId="{B149DE7D-97F0-4D4E-8209-B3C245AE1CCD}">
      <dsp:nvSpPr>
        <dsp:cNvPr id="285340052" name=""/>
        <dsp:cNvSpPr/>
      </dsp:nvSpPr>
      <dsp:spPr bwMode="auto">
        <a:xfrm>
          <a:off x="3427576" y="488997"/>
          <a:ext cx="2430132" cy="50855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en-US" sz="1900" b="0">
              <a:solidFill>
                <a:srgbClr val="FFFFFF"/>
              </a:solidFill>
              <a:latin typeface="Arial"/>
              <a:ea typeface="+mn-ea"/>
              <a:cs typeface="+mn-cs"/>
            </a:rPr>
            <a:t>Initiale</a:t>
          </a:r>
          <a:r>
            <a:rPr lang="en-US" sz="1900" b="0">
              <a:solidFill>
                <a:srgbClr val="FFFFFF"/>
              </a:solidFill>
              <a:latin typeface="Arial"/>
              <a:ea typeface="+mn-ea"/>
              <a:cs typeface="+mn-cs"/>
            </a:rPr>
            <a:t> Roadmap</a:t>
          </a:r>
          <a:endParaRPr lang="en-US" sz="1900">
            <a:solidFill>
              <a:srgbClr val="FFFFFF"/>
            </a:solidFill>
            <a:ea typeface="+mn-ea"/>
            <a:cs typeface="+mn-cs"/>
          </a:endParaRPr>
        </a:p>
      </dsp:txBody>
      <dsp:txXfrm>
        <a:off x="3427576" y="488997"/>
        <a:ext cx="2430132" cy="508556"/>
      </dsp:txXfrm>
    </dsp:sp>
    <dsp:sp modelId="{B9C18F5B-70E1-450E-8FEA-80C9784CC896}">
      <dsp:nvSpPr>
        <dsp:cNvPr id="661611853" name=""/>
        <dsp:cNvSpPr/>
      </dsp:nvSpPr>
      <dsp:spPr bwMode="auto">
        <a:xfrm>
          <a:off x="3174096" y="997553"/>
          <a:ext cx="0" cy="144743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A494F59C-19C5-44C3-BA02-BAFA8D9126D7}">
      <dsp:nvSpPr>
        <dsp:cNvPr id="588338519" name=""/>
        <dsp:cNvSpPr/>
      </dsp:nvSpPr>
      <dsp:spPr bwMode="auto">
        <a:xfrm>
          <a:off x="3129268" y="2399214"/>
          <a:ext cx="91252" cy="91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70789039-2110-40FD-966E-0DFA375B7341}">
      <dsp:nvSpPr>
        <dsp:cNvPr id="372143755" name=""/>
        <dsp:cNvSpPr/>
      </dsp:nvSpPr>
      <dsp:spPr bwMode="auto">
        <a:xfrm rot="18900000">
          <a:off x="4454221" y="3967457"/>
          <a:ext cx="358474" cy="358474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10A58771-FB95-41A0-9615-2049226B6EC4}">
      <dsp:nvSpPr>
        <dsp:cNvPr id="1296722915" name=""/>
        <dsp:cNvSpPr/>
      </dsp:nvSpPr>
      <dsp:spPr bwMode="auto">
        <a:xfrm>
          <a:off x="4494044" y="4007280"/>
          <a:ext cx="278828" cy="2788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87AF5F8E-3F6F-4D1C-B992-A9007CB05F7F}">
      <dsp:nvSpPr>
        <dsp:cNvPr id="528403973" name=""/>
        <dsp:cNvSpPr/>
      </dsp:nvSpPr>
      <dsp:spPr bwMode="auto">
        <a:xfrm>
          <a:off x="4886938" y="2444985"/>
          <a:ext cx="2430132" cy="144743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133350" rIns="0" bIns="88900" numCol="1" spcCol="1270" anchor="b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 b="0">
              <a:solidFill>
                <a:srgbClr val="FFFFFF"/>
              </a:solidFill>
              <a:latin typeface="Calibri"/>
              <a:ea typeface="Calibri"/>
              <a:cs typeface="Calibri"/>
            </a:rPr>
            <a:t>10.04.25</a:t>
          </a:r>
          <a:endParaRPr/>
        </a:p>
        <a:p>
          <a:pPr marL="0" lvl="0" indent="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en-US" sz="1400" b="0">
            <a:solidFill>
              <a:srgbClr val="FFFFFF"/>
            </a:solidFill>
            <a:latin typeface="Calibri"/>
            <a:ea typeface="Calibri"/>
            <a:cs typeface="Calibri"/>
          </a:endParaRPr>
        </a:p>
      </dsp:txBody>
      <dsp:txXfrm>
        <a:off x="4886938" y="2444985"/>
        <a:ext cx="2430132" cy="1447431"/>
      </dsp:txXfrm>
    </dsp:sp>
    <dsp:sp modelId="{00C57005-29C1-4A5E-A630-91FDAA363592}">
      <dsp:nvSpPr>
        <dsp:cNvPr id="1014305321" name=""/>
        <dsp:cNvSpPr/>
      </dsp:nvSpPr>
      <dsp:spPr bwMode="auto">
        <a:xfrm>
          <a:off x="4886938" y="3892416"/>
          <a:ext cx="2430132" cy="508556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en-US" sz="1900" b="0">
              <a:solidFill>
                <a:srgbClr val="FFFFFF"/>
              </a:solidFill>
              <a:latin typeface="Calibri"/>
              <a:ea typeface="Calibri"/>
              <a:cs typeface="Calibri"/>
            </a:rPr>
            <a:t>Finale Roadmap</a:t>
          </a:r>
          <a:endParaRPr lang="en-US" sz="1900">
            <a:solidFill>
              <a:srgbClr val="FFFFFF"/>
            </a:solidFill>
            <a:latin typeface="Calibri"/>
            <a:ea typeface="Calibri"/>
            <a:cs typeface="Calibri"/>
          </a:endParaRPr>
        </a:p>
      </dsp:txBody>
      <dsp:txXfrm>
        <a:off x="4886938" y="3892416"/>
        <a:ext cx="2430132" cy="508556"/>
      </dsp:txXfrm>
    </dsp:sp>
    <dsp:sp modelId="{24C34C14-F60B-4AFF-A5B6-3F0B3E6F5306}">
      <dsp:nvSpPr>
        <dsp:cNvPr id="1699239615" name=""/>
        <dsp:cNvSpPr/>
      </dsp:nvSpPr>
      <dsp:spPr bwMode="auto">
        <a:xfrm>
          <a:off x="4633458" y="2444985"/>
          <a:ext cx="0" cy="144743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7D353AFB-0681-4F38-BFB9-73F59FACEA72}">
      <dsp:nvSpPr>
        <dsp:cNvPr id="665887463" name=""/>
        <dsp:cNvSpPr/>
      </dsp:nvSpPr>
      <dsp:spPr bwMode="auto">
        <a:xfrm>
          <a:off x="4588630" y="2399214"/>
          <a:ext cx="91252" cy="915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49062046" name=""/>
      <dsp:cNvGrpSpPr/>
    </dsp:nvGrpSpPr>
    <dsp:grpSpPr bwMode="auto">
      <a:xfrm rot="0" flipH="0" flipV="0">
        <a:off x="0" y="0"/>
        <a:ext cx="7895605" cy="5263736"/>
        <a:chOff x="0" y="0"/>
        <a:chExt cx="7895605" cy="5263736"/>
      </a:xfrm>
    </dsp:grpSpPr>
    <dsp:sp modelId="{ABB4641E-3086-4183-A83E-5A74D3F8586A}">
      <dsp:nvSpPr>
        <dsp:cNvPr id="0" name=""/>
        <dsp:cNvSpPr/>
      </dsp:nvSpPr>
      <dsp:spPr bwMode="auto">
        <a:xfrm rot="10800000" flipH="0" flipV="0">
          <a:off x="1688354" y="0"/>
          <a:ext cx="5250577" cy="1463362"/>
        </a:xfrm>
        <a:prstGeom prst="homePlate">
          <a:avLst>
            <a:gd name="adj" fmla="val 5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645302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>
                  <a:lumMod val="65000"/>
                  <a:lumOff val="35000"/>
                </a:schemeClr>
              </a:solidFill>
            </a:rPr>
            <a:t>[Präsentation]</a:t>
          </a:r>
          <a:endParaRPr>
            <a:solidFill>
              <a:schemeClr val="bg1">
                <a:lumMod val="65000"/>
                <a:lumOff val="35000"/>
              </a:schemeClr>
            </a:solidFill>
          </a:endParaRPr>
        </a:p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/>
              </a:solidFill>
            </a:rPr>
            <a:t>Problemanalyse</a:t>
          </a:r>
          <a:endParaRPr>
            <a:solidFill>
              <a:schemeClr val="bg1"/>
            </a:solidFill>
          </a:endParaRPr>
        </a:p>
      </dsp:txBody>
      <dsp:txXfrm rot="10800000">
        <a:off x="2054194" y="0"/>
        <a:ext cx="4884736" cy="1463362"/>
      </dsp:txXfrm>
    </dsp:sp>
    <dsp:sp modelId="{082946DB-64BE-4956-A1E2-766551FCD212}">
      <dsp:nvSpPr>
        <dsp:cNvPr id="0" name=""/>
        <dsp:cNvSpPr/>
      </dsp:nvSpPr>
      <dsp:spPr bwMode="auto">
        <a:xfrm rot="0" flipH="0" flipV="0">
          <a:off x="181661" y="0"/>
          <a:ext cx="1463362" cy="1463362"/>
        </a:xfrm>
        <a:prstGeom prst="ellipse">
          <a:avLst/>
        </a:prstGeom>
        <a:blipFill rotWithShape="1">
          <a:blip r:embed="rId1">
            <a:alphaModFix amt="99999"/>
          </a:blip>
          <a:stretch/>
        </a:blipFill>
        <a:ln w="15875" cap="flat" cmpd="sng" algn="ctr">
          <a:solidFill>
            <a:schemeClr val="tx1">
              <a:alpha val="99999"/>
            </a:schemeClr>
          </a:solidFill>
          <a:prstDash val="solid"/>
        </a:ln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rgbClr val="000000"/>
        </a:effectRef>
        <a:fontRef idx="minor"/>
      </dsp:style>
    </dsp:sp>
    <dsp:sp modelId="{7F46C03F-0E41-4A02-9C45-31706F63B077}">
      <dsp:nvSpPr>
        <dsp:cNvPr id="0" name=""/>
        <dsp:cNvSpPr/>
      </dsp:nvSpPr>
      <dsp:spPr bwMode="auto">
        <a:xfrm rot="10800000" flipH="0" flipV="0">
          <a:off x="1688354" y="1900186"/>
          <a:ext cx="5250577" cy="1463362"/>
        </a:xfrm>
        <a:prstGeom prst="homePlate">
          <a:avLst>
            <a:gd name="adj" fmla="val 5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645302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>
                  <a:lumMod val="65000"/>
                  <a:lumOff val="35000"/>
                </a:schemeClr>
              </a:solidFill>
            </a:rPr>
            <a:t>[Gruppenarbeit]</a:t>
          </a:r>
          <a:endParaRPr>
            <a:solidFill>
              <a:schemeClr val="bg1">
                <a:lumMod val="65000"/>
                <a:lumOff val="35000"/>
              </a:schemeClr>
            </a:solidFill>
          </a:endParaRPr>
        </a:p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/>
              </a:solidFill>
            </a:rPr>
            <a:t>World-Café</a:t>
          </a:r>
          <a:endParaRPr>
            <a:solidFill>
              <a:schemeClr val="bg1"/>
            </a:solidFill>
          </a:endParaRPr>
        </a:p>
      </dsp:txBody>
      <dsp:txXfrm rot="10800000">
        <a:off x="2054194" y="1900186"/>
        <a:ext cx="4884736" cy="1463362"/>
      </dsp:txXfrm>
    </dsp:sp>
    <dsp:sp modelId="{640623D1-3FCB-4EB8-A418-E2DB7BB82198}">
      <dsp:nvSpPr>
        <dsp:cNvPr id="0" name=""/>
        <dsp:cNvSpPr/>
      </dsp:nvSpPr>
      <dsp:spPr bwMode="auto">
        <a:xfrm rot="0" flipH="0" flipV="0">
          <a:off x="181661" y="1900186"/>
          <a:ext cx="1463362" cy="1463362"/>
        </a:xfrm>
        <a:prstGeom prst="ellipse">
          <a:avLst/>
        </a:prstGeom>
        <a:blipFill rotWithShape="1">
          <a:blip r:embed="rId2"/>
          <a:srcRect l="0" t="0" r="0" b="0"/>
        </a:blipFill>
        <a:ln/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rgbClr val="000000"/>
        </a:effectRef>
        <a:fontRef idx="minor"/>
      </dsp:style>
    </dsp:sp>
    <dsp:sp modelId="{DA4AE660-124D-4407-A947-DB0838DAED1C}">
      <dsp:nvSpPr>
        <dsp:cNvPr id="0" name=""/>
        <dsp:cNvSpPr/>
      </dsp:nvSpPr>
      <dsp:spPr bwMode="auto">
        <a:xfrm rot="10800000" flipH="0" flipV="0">
          <a:off x="1688354" y="3800373"/>
          <a:ext cx="5250577" cy="1463362"/>
        </a:xfrm>
        <a:prstGeom prst="homePlate">
          <a:avLst>
            <a:gd name="adj" fmla="val 5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645302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>
                  <a:lumMod val="65000"/>
                  <a:lumOff val="35000"/>
                </a:schemeClr>
              </a:solidFill>
            </a:rPr>
            <a:t>[Abstimmung]</a:t>
          </a:r>
          <a:endParaRPr>
            <a:solidFill>
              <a:schemeClr val="bg1">
                <a:lumMod val="65000"/>
                <a:lumOff val="35000"/>
              </a:schemeClr>
            </a:solidFill>
          </a:endParaRPr>
        </a:p>
        <a:p>
          <a:pPr algn="ctr">
            <a:lnSpc>
              <a:spcPct val="90000"/>
            </a:lnSpc>
            <a:spcAft>
              <a:spcPts val="1511"/>
            </a:spcAft>
            <a:defRPr/>
          </a:pPr>
          <a:r>
            <a:rPr lang="de-DE">
              <a:solidFill>
                <a:schemeClr val="bg1"/>
              </a:solidFill>
            </a:rPr>
            <a:t>Dot-Voting</a:t>
          </a:r>
          <a:endParaRPr>
            <a:solidFill>
              <a:schemeClr val="bg1"/>
            </a:solidFill>
          </a:endParaRPr>
        </a:p>
      </dsp:txBody>
      <dsp:txXfrm rot="10800000">
        <a:off x="2054194" y="3800373"/>
        <a:ext cx="4884736" cy="1463362"/>
      </dsp:txXfrm>
    </dsp:sp>
    <dsp:sp modelId="{A5B5FF3E-864F-4F3C-98F7-C4225F46748E}">
      <dsp:nvSpPr>
        <dsp:cNvPr id="0" name=""/>
        <dsp:cNvSpPr/>
      </dsp:nvSpPr>
      <dsp:spPr bwMode="auto">
        <a:xfrm rot="0" flipH="0" flipV="0">
          <a:off x="181661" y="3800373"/>
          <a:ext cx="1463362" cy="1463362"/>
        </a:xfrm>
        <a:prstGeom prst="ellipse">
          <a:avLst/>
        </a:prstGeom>
        <a:blipFill rotWithShape="1">
          <a:blip r:embed="rId3"/>
          <a:srcRect l="0" t="0" r="0" b="0"/>
        </a:blipFill>
        <a:ln/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rgbClr val="000000"/>
        </a:effectRef>
        <a:fontRef idx="minor"/>
      </dsp:style>
    </dsp:sp>
  </dsp:spTree>
</dsp:drawing>
</file>

<file path=ppt/diagrams/drawing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11119855" name=""/>
      <dsp:cNvGrpSpPr/>
    </dsp:nvGrpSpPr>
    <dsp:grpSpPr bwMode="auto">
      <a:xfrm rot="0">
        <a:off x="0" y="0"/>
        <a:ext cx="9865018" cy="3703775"/>
        <a:chOff x="0" y="0"/>
        <a:chExt cx="9865018" cy="3703775"/>
      </a:xfrm>
    </dsp:grpSpPr>
    <dsp:sp modelId="{45DB24E4-AD34-4617-90A9-EA22C776EF58}">
      <dsp:nvSpPr>
        <dsp:cNvPr id="1792928753" name=""/>
        <dsp:cNvSpPr/>
      </dsp:nvSpPr>
      <dsp:spPr bwMode="auto">
        <a:xfrm>
          <a:off x="119" y="0"/>
          <a:ext cx="1604027" cy="37037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5343" tIns="85343" rIns="85343" bIns="85343" numCol="1" spcCol="1268" rtlCol="0" fromWordArt="0" anchor="ctr" anchorCtr="0" forceAA="0" upright="0" compatLnSpc="0">
          <a:noAutofit/>
        </a:bodyPr>
        <a:lstStyle/>
        <a:p>
          <a:pPr marL="0" lvl="0" indent="0" algn="ctr" defTabSz="533399">
            <a:lnSpc>
              <a:spcPct val="90000"/>
            </a:lnSpc>
            <a:spcBef>
              <a:spcPts val="0"/>
            </a:spcBef>
            <a:spcAft>
              <a:spcPts val="502"/>
            </a:spcAft>
            <a:buNone/>
            <a:defRPr/>
          </a:pPr>
          <a:r>
            <a:rPr lang="en-US" sz="1200"/>
            <a:t>Instabilität</a:t>
          </a:r>
          <a:r>
            <a:rPr lang="en-US" sz="1200"/>
            <a:t> </a:t>
          </a:r>
          <a:r>
            <a:rPr lang="en-US" sz="1200"/>
            <a:t>bei</a:t>
          </a:r>
          <a:r>
            <a:rPr lang="en-US" sz="1200"/>
            <a:t> </a:t>
          </a:r>
          <a:r>
            <a:rPr lang="en-US" sz="1200"/>
            <a:t>Lastspitzen</a:t>
          </a:r>
          <a:endParaRPr sz="1200"/>
        </a:p>
      </dsp:txBody>
      <dsp:txXfrm>
        <a:off x="119" y="1481509"/>
        <a:ext cx="1604027" cy="1481509"/>
      </dsp:txXfrm>
    </dsp:sp>
    <dsp:sp modelId="{A7C1E465-30C8-4A44-959B-783AE738A3D4}">
      <dsp:nvSpPr>
        <dsp:cNvPr id="29954115" name=""/>
        <dsp:cNvSpPr/>
      </dsp:nvSpPr>
      <dsp:spPr bwMode="auto">
        <a:xfrm>
          <a:off x="185455" y="222225"/>
          <a:ext cx="1233356" cy="1233356"/>
        </a:xfrm>
        <a:prstGeom prst="ellipse">
          <a:avLst/>
        </a:prstGeom>
        <a:blipFill rotWithShape="1">
          <a:blip r:embed="rId1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663E2461-6D80-4D33-A6BB-2E57EC29B1B8}">
      <dsp:nvSpPr>
        <dsp:cNvPr id="1636642790" name=""/>
        <dsp:cNvSpPr/>
      </dsp:nvSpPr>
      <dsp:spPr bwMode="auto">
        <a:xfrm>
          <a:off x="1652269" y="0"/>
          <a:ext cx="1604027" cy="37037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5343" tIns="85343" rIns="85343" bIns="85343" numCol="1" spcCol="1268" rtlCol="0" fromWordArt="0" anchor="ctr" anchorCtr="0" forceAA="0" upright="0" compatLnSpc="0">
          <a:noAutofit/>
        </a:bodyPr>
        <a:lstStyle/>
        <a:p>
          <a:pPr marL="0" lvl="0" indent="0" algn="ctr" defTabSz="533399">
            <a:lnSpc>
              <a:spcPct val="90000"/>
            </a:lnSpc>
            <a:spcBef>
              <a:spcPts val="0"/>
            </a:spcBef>
            <a:spcAft>
              <a:spcPts val="502"/>
            </a:spcAft>
            <a:buNone/>
            <a:defRPr/>
          </a:pPr>
          <a:r>
            <a:rPr lang="en-US" sz="1200"/>
            <a:t>Inkonsistente</a:t>
          </a:r>
          <a:r>
            <a:rPr lang="en-US" sz="1200"/>
            <a:t> Performance </a:t>
          </a:r>
          <a:r>
            <a:rPr lang="en-US" sz="1200"/>
            <a:t>im</a:t>
          </a:r>
          <a:r>
            <a:rPr lang="en-US" sz="1200"/>
            <a:t> </a:t>
          </a:r>
          <a:r>
            <a:rPr lang="en-US" sz="1200"/>
            <a:t>Tagesbetrieb</a:t>
          </a:r>
          <a:endParaRPr sz="1200"/>
        </a:p>
      </dsp:txBody>
      <dsp:txXfrm>
        <a:off x="1652269" y="1481509"/>
        <a:ext cx="1604027" cy="1481509"/>
      </dsp:txXfrm>
    </dsp:sp>
    <dsp:sp modelId="{771F78DE-CE14-4A0E-A701-82FE826BFB6F}">
      <dsp:nvSpPr>
        <dsp:cNvPr id="1429695635" name=""/>
        <dsp:cNvSpPr/>
      </dsp:nvSpPr>
      <dsp:spPr bwMode="auto">
        <a:xfrm>
          <a:off x="1837605" y="222225"/>
          <a:ext cx="1233356" cy="1233356"/>
        </a:xfrm>
        <a:prstGeom prst="ellipse">
          <a:avLst/>
        </a:prstGeom>
        <a:blipFill rotWithShape="1">
          <a:blip r:embed="rId2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7129C12C-3F9E-40DE-8E74-401D95F68EF2}">
      <dsp:nvSpPr>
        <dsp:cNvPr id="1465799368" name=""/>
        <dsp:cNvSpPr/>
      </dsp:nvSpPr>
      <dsp:spPr bwMode="auto">
        <a:xfrm>
          <a:off x="3304419" y="0"/>
          <a:ext cx="1604027" cy="37037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5343" tIns="85343" rIns="85343" bIns="85343" numCol="1" spcCol="1268" rtlCol="0" fromWordArt="0" anchor="ctr" anchorCtr="0" forceAA="0" upright="0" compatLnSpc="0">
          <a:noAutofit/>
        </a:bodyPr>
        <a:lstStyle/>
        <a:p>
          <a:pPr marL="0" lvl="0" indent="0" algn="ctr" defTabSz="533399">
            <a:lnSpc>
              <a:spcPct val="90000"/>
            </a:lnSpc>
            <a:spcBef>
              <a:spcPts val="0"/>
            </a:spcBef>
            <a:spcAft>
              <a:spcPts val="502"/>
            </a:spcAft>
            <a:buNone/>
            <a:defRPr/>
          </a:pPr>
          <a:r>
            <a:rPr lang="en-US" sz="1200"/>
            <a:t>Hoher </a:t>
          </a:r>
          <a:r>
            <a:rPr lang="en-US" sz="1200"/>
            <a:t>manueller</a:t>
          </a:r>
          <a:r>
            <a:rPr lang="en-US" sz="1200"/>
            <a:t> </a:t>
          </a:r>
          <a:r>
            <a:rPr lang="en-US" sz="1200"/>
            <a:t>Betriebs</a:t>
          </a:r>
          <a:r>
            <a:rPr lang="en-US" sz="1200"/>
            <a:t> – und </a:t>
          </a:r>
          <a:r>
            <a:rPr lang="en-US" sz="1200"/>
            <a:t>Wartungsaufwand</a:t>
          </a:r>
          <a:endParaRPr sz="1200"/>
        </a:p>
      </dsp:txBody>
      <dsp:txXfrm>
        <a:off x="3304419" y="1481509"/>
        <a:ext cx="1604027" cy="1481509"/>
      </dsp:txXfrm>
    </dsp:sp>
    <dsp:sp modelId="{1F7431C4-5CED-4E92-B4B2-4AFE7E5CBCE5}">
      <dsp:nvSpPr>
        <dsp:cNvPr id="2073992" name=""/>
        <dsp:cNvSpPr/>
      </dsp:nvSpPr>
      <dsp:spPr bwMode="auto">
        <a:xfrm>
          <a:off x="3489754" y="222225"/>
          <a:ext cx="1233356" cy="1233356"/>
        </a:xfrm>
        <a:prstGeom prst="ellipse">
          <a:avLst/>
        </a:prstGeom>
        <a:blipFill rotWithShape="1">
          <a:blip r:embed="rId3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983F09DC-EA17-4672-9577-F6AFE7F8F5F9}">
      <dsp:nvSpPr>
        <dsp:cNvPr id="208722336" name=""/>
        <dsp:cNvSpPr/>
      </dsp:nvSpPr>
      <dsp:spPr bwMode="auto">
        <a:xfrm>
          <a:off x="4956568" y="0"/>
          <a:ext cx="1604027" cy="37037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5343" tIns="85343" rIns="85343" bIns="85343" numCol="1" spcCol="1268" rtlCol="0" fromWordArt="0" anchor="ctr" anchorCtr="0" forceAA="0" upright="0" compatLnSpc="0">
          <a:noAutofit/>
        </a:bodyPr>
        <a:lstStyle/>
        <a:p>
          <a:pPr marL="0" lvl="0" indent="0" algn="ctr" defTabSz="533399">
            <a:lnSpc>
              <a:spcPct val="90000"/>
            </a:lnSpc>
            <a:spcBef>
              <a:spcPts val="0"/>
            </a:spcBef>
            <a:spcAft>
              <a:spcPts val="502"/>
            </a:spcAft>
            <a:buNone/>
            <a:defRPr/>
          </a:pPr>
          <a:r>
            <a:rPr lang="en-US" sz="1200"/>
            <a:t>Eingeschränkte</a:t>
          </a:r>
          <a:r>
            <a:rPr lang="en-US" sz="1200"/>
            <a:t> </a:t>
          </a:r>
          <a:r>
            <a:rPr lang="en-US" sz="1200"/>
            <a:t>Transparenz</a:t>
          </a:r>
          <a:r>
            <a:rPr lang="en-US" sz="1200"/>
            <a:t> &amp; </a:t>
          </a:r>
          <a:r>
            <a:rPr lang="en-US" sz="1200">
              <a:latin typeface="Arial"/>
            </a:rPr>
            <a:t>Reaktionsfähigkeit</a:t>
          </a:r>
          <a:endParaRPr sz="1200"/>
        </a:p>
      </dsp:txBody>
      <dsp:txXfrm>
        <a:off x="4956568" y="1481509"/>
        <a:ext cx="1604027" cy="1481509"/>
      </dsp:txXfrm>
    </dsp:sp>
    <dsp:sp modelId="{5DD34625-C285-4B4D-8DF2-284FB22CEBEA}">
      <dsp:nvSpPr>
        <dsp:cNvPr id="771597941" name=""/>
        <dsp:cNvSpPr/>
      </dsp:nvSpPr>
      <dsp:spPr bwMode="auto">
        <a:xfrm>
          <a:off x="5141904" y="222225"/>
          <a:ext cx="1233356" cy="1233356"/>
        </a:xfrm>
        <a:prstGeom prst="ellipse">
          <a:avLst/>
        </a:prstGeom>
        <a:blipFill rotWithShape="1">
          <a:blip r:embed="rId4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518AADF3-D244-41B8-8CA8-FD3960FECD64}">
      <dsp:nvSpPr>
        <dsp:cNvPr id="145660552" name=""/>
        <dsp:cNvSpPr/>
      </dsp:nvSpPr>
      <dsp:spPr bwMode="auto">
        <a:xfrm>
          <a:off x="6608718" y="0"/>
          <a:ext cx="1604027" cy="37037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5343" tIns="85343" rIns="85343" bIns="85343" numCol="1" spcCol="1268" rtlCol="0" fromWordArt="0" anchor="ctr" anchorCtr="0" forceAA="0" upright="0" compatLnSpc="0">
          <a:noAutofit/>
        </a:bodyPr>
        <a:lstStyle/>
        <a:p>
          <a:pPr marL="0" lvl="0" indent="0" algn="ctr" defTabSz="533399">
            <a:lnSpc>
              <a:spcPct val="90000"/>
            </a:lnSpc>
            <a:spcBef>
              <a:spcPts val="0"/>
            </a:spcBef>
            <a:spcAft>
              <a:spcPts val="502"/>
            </a:spcAft>
            <a:buNone/>
            <a:defRPr/>
          </a:pPr>
          <a:r>
            <a:rPr lang="en-US" sz="1200"/>
            <a:t>Erhöhte</a:t>
          </a:r>
          <a:r>
            <a:rPr lang="en-US" sz="1200"/>
            <a:t> </a:t>
          </a:r>
          <a:r>
            <a:rPr lang="en-US" sz="1200"/>
            <a:t>Risiken</a:t>
          </a:r>
          <a:r>
            <a:rPr lang="en-US" sz="1200"/>
            <a:t> </a:t>
          </a:r>
          <a:r>
            <a:rPr lang="en-US" sz="1200"/>
            <a:t>bei</a:t>
          </a:r>
          <a:r>
            <a:rPr lang="en-US" sz="1200"/>
            <a:t> </a:t>
          </a:r>
          <a:r>
            <a:rPr lang="en-US" sz="1200"/>
            <a:t>Datenqualität</a:t>
          </a:r>
          <a:r>
            <a:rPr lang="en-US" sz="1200"/>
            <a:t>, Sicherheit und Compliance</a:t>
          </a:r>
          <a:endParaRPr sz="1200"/>
        </a:p>
      </dsp:txBody>
      <dsp:txXfrm>
        <a:off x="6608718" y="1481509"/>
        <a:ext cx="1604027" cy="1481509"/>
      </dsp:txXfrm>
    </dsp:sp>
    <dsp:sp modelId="{D2184A5D-17E6-43FF-A5BB-3636EF0C709B}">
      <dsp:nvSpPr>
        <dsp:cNvPr id="763399042" name=""/>
        <dsp:cNvSpPr/>
      </dsp:nvSpPr>
      <dsp:spPr bwMode="auto">
        <a:xfrm>
          <a:off x="6794055" y="222225"/>
          <a:ext cx="1233356" cy="1233356"/>
        </a:xfrm>
        <a:prstGeom prst="ellipse">
          <a:avLst/>
        </a:prstGeom>
        <a:blipFill rotWithShape="1">
          <a:blip r:embed="rId5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5F5F67E1-086A-4E80-AAAD-A9783D61B567}">
      <dsp:nvSpPr>
        <dsp:cNvPr id="480731439" name=""/>
        <dsp:cNvSpPr/>
      </dsp:nvSpPr>
      <dsp:spPr bwMode="auto">
        <a:xfrm>
          <a:off x="8260868" y="0"/>
          <a:ext cx="1604027" cy="37037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5343" tIns="85343" rIns="85343" bIns="85343" numCol="1" spcCol="1268" rtlCol="0" fromWordArt="0" anchor="ctr" anchorCtr="0" forceAA="0" upright="0" compatLnSpc="0">
          <a:noAutofit/>
        </a:bodyPr>
        <a:lstStyle/>
        <a:p>
          <a:pPr marL="0" lvl="0" indent="0" algn="ctr" defTabSz="533399">
            <a:lnSpc>
              <a:spcPct val="90000"/>
            </a:lnSpc>
            <a:spcBef>
              <a:spcPts val="0"/>
            </a:spcBef>
            <a:spcAft>
              <a:spcPts val="502"/>
            </a:spcAft>
            <a:buNone/>
            <a:defRPr/>
          </a:pPr>
          <a:r>
            <a:rPr lang="en-US" sz="1200"/>
            <a:t>Bregrenzte</a:t>
          </a:r>
          <a:r>
            <a:rPr lang="en-US" sz="1200"/>
            <a:t> Weiter-</a:t>
          </a:r>
          <a:endParaRPr sz="1200"/>
        </a:p>
        <a:p>
          <a:pPr marL="0" lvl="0" indent="0" algn="ctr" defTabSz="533399">
            <a:lnSpc>
              <a:spcPct val="90000"/>
            </a:lnSpc>
            <a:spcBef>
              <a:spcPts val="0"/>
            </a:spcBef>
            <a:spcAft>
              <a:spcPts val="502"/>
            </a:spcAft>
            <a:buNone/>
            <a:defRPr/>
          </a:pPr>
          <a:r>
            <a:rPr lang="en-US" sz="1200"/>
            <a:t>Entwicklungfähigkeit</a:t>
          </a:r>
          <a:endParaRPr sz="1200"/>
        </a:p>
        <a:p>
          <a:pPr marL="0" lvl="0" indent="0" algn="ctr" defTabSz="533399">
            <a:lnSpc>
              <a:spcPct val="90000"/>
            </a:lnSpc>
            <a:spcBef>
              <a:spcPts val="0"/>
            </a:spcBef>
            <a:spcAft>
              <a:spcPts val="502"/>
            </a:spcAft>
            <a:buNone/>
            <a:defRPr/>
          </a:pPr>
          <a:r>
            <a:rPr lang="en-US" sz="1200"/>
            <a:t>&amp; </a:t>
          </a:r>
          <a:r>
            <a:rPr lang="en-US" sz="1200"/>
            <a:t>Planbarkeit</a:t>
          </a:r>
          <a:endParaRPr sz="1200"/>
        </a:p>
      </dsp:txBody>
      <dsp:txXfrm>
        <a:off x="8260868" y="1481509"/>
        <a:ext cx="1604027" cy="1481509"/>
      </dsp:txXfrm>
    </dsp:sp>
    <dsp:sp modelId="{32F5D57E-368C-4D29-910A-3064DCB2EA7E}">
      <dsp:nvSpPr>
        <dsp:cNvPr id="799156588" name=""/>
        <dsp:cNvSpPr/>
      </dsp:nvSpPr>
      <dsp:spPr bwMode="auto">
        <a:xfrm>
          <a:off x="8446204" y="222225"/>
          <a:ext cx="1233356" cy="1233356"/>
        </a:xfrm>
        <a:prstGeom prst="ellipse">
          <a:avLst/>
        </a:prstGeom>
        <a:blipFill rotWithShape="1">
          <a:blip r:embed="rId6"/>
          <a:stretch/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943BD1A7-71D6-4AA2-A54D-ACF39382283E}">
      <dsp:nvSpPr>
        <dsp:cNvPr id="187002940" name=""/>
        <dsp:cNvSpPr/>
      </dsp:nvSpPr>
      <dsp:spPr bwMode="auto">
        <a:xfrm>
          <a:off x="394599" y="2963019"/>
          <a:ext cx="9075816" cy="555565"/>
        </a:xfrm>
        <a:prstGeom prst="leftRightArrow">
          <a:avLst>
            <a:gd name="adj1" fmla="val 5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</dsp:spTree>
</dsp:drawing>
</file>

<file path=ppt/diagrams/drawing5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391001618" name=""/>
      <dsp:cNvGrpSpPr/>
    </dsp:nvGrpSpPr>
    <dsp:grpSpPr bwMode="auto">
      <a:xfrm rot="0">
        <a:off x="0" y="0"/>
        <a:ext cx="8127999" cy="5418666"/>
        <a:chOff x="0" y="0"/>
        <a:chExt cx="8127999" cy="5418666"/>
      </a:xfrm>
    </dsp:grpSpPr>
    <dsp:sp modelId="{29DA656D-6078-4A42-BE45-23D88C636614}">
      <dsp:nvSpPr>
        <dsp:cNvPr id="0" name=""/>
        <dsp:cNvSpPr/>
      </dsp:nvSpPr>
      <dsp:spPr bwMode="auto">
        <a:xfrm rot="0" flipH="0" flipV="0">
          <a:off x="580571" y="0"/>
          <a:ext cx="3096380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881"/>
            </a:spcAft>
            <a:defRPr/>
          </a:pP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Betrieb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 und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 Alltagstaug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-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lichkeit</a:t>
          </a:r>
          <a:endParaRPr b="0" i="0" u="none" strike="noStrike" cap="none" spc="0">
            <a:solidFill>
              <a:schemeClr val="dk1"/>
            </a:solidFill>
            <a:latin typeface="Times New Roman"/>
            <a:cs typeface="Times New Roman"/>
          </a:endParaRPr>
        </a:p>
      </dsp:txBody>
      <dsp:txXfrm rot="0">
        <a:off x="625916" y="45344"/>
        <a:ext cx="3005690" cy="1457500"/>
      </dsp:txXfrm>
    </dsp:sp>
    <dsp:sp modelId="{18BB8177-E807-49E5-B33E-A8E2E3E8CB74}">
      <dsp:nvSpPr>
        <dsp:cNvPr id="1391001619" name=""/>
        <dsp:cNvSpPr/>
      </dsp:nvSpPr>
      <dsp:spPr bwMode="auto">
        <a:xfrm rot="0" flipH="0" flipV="0">
          <a:off x="890209" y="1548190"/>
          <a:ext cx="309638" cy="1161142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1161142"/>
              </a:lnTo>
              <a:lnTo>
                <a:pt x="309638" y="1161142"/>
              </a:lnTo>
            </a:path>
          </a:pathLst>
        </a:custGeom>
        <a:ln/>
      </dsp:spPr>
      <dsp:style>
        <a:lnRef idx="2">
          <a:schemeClr val="accent1">
            <a:shade val="60000"/>
          </a:schemeClr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629E8F5C-7D3B-4C9D-B064-42EE3C40E960}">
      <dsp:nvSpPr>
        <dsp:cNvPr id="0" name=""/>
        <dsp:cNvSpPr/>
      </dsp:nvSpPr>
      <dsp:spPr bwMode="auto">
        <a:xfrm rot="0" flipH="0" flipV="0">
          <a:off x="1199847" y="1935237"/>
          <a:ext cx="2477104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839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Unterbrechungsfreie Updates</a:t>
          </a:r>
          <a:endParaRPr/>
        </a:p>
      </dsp:txBody>
      <dsp:txXfrm rot="0">
        <a:off x="1245192" y="1980582"/>
        <a:ext cx="2386414" cy="1457500"/>
      </dsp:txXfrm>
    </dsp:sp>
    <dsp:sp modelId="{39AAE393-AA5E-486F-944F-7C18F8F5B985}">
      <dsp:nvSpPr>
        <dsp:cNvPr id="1391001620" name=""/>
        <dsp:cNvSpPr/>
      </dsp:nvSpPr>
      <dsp:spPr bwMode="auto">
        <a:xfrm rot="0" flipH="0" flipV="0">
          <a:off x="890209" y="1548190"/>
          <a:ext cx="309638" cy="3096380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3096380"/>
              </a:lnTo>
              <a:lnTo>
                <a:pt x="309638" y="3096380"/>
              </a:lnTo>
            </a:path>
          </a:pathLst>
        </a:custGeom>
        <a:ln/>
      </dsp:spPr>
      <dsp:style>
        <a:lnRef idx="2">
          <a:schemeClr val="accent1">
            <a:shade val="60000"/>
          </a:schemeClr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18EDC266-84AF-45F7-B129-AEAFFD90D89D}">
      <dsp:nvSpPr>
        <dsp:cNvPr id="0" name=""/>
        <dsp:cNvSpPr/>
      </dsp:nvSpPr>
      <dsp:spPr bwMode="auto">
        <a:xfrm rot="0" flipH="0" flipV="0">
          <a:off x="1199847" y="3870475"/>
          <a:ext cx="2477104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839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Vereinfachte/ Automatisierte Wartung durch predictive Maintenance</a:t>
          </a:r>
          <a:endParaRPr/>
        </a:p>
      </dsp:txBody>
      <dsp:txXfrm rot="0">
        <a:off x="1245192" y="3915820"/>
        <a:ext cx="2386414" cy="1457500"/>
      </dsp:txXfrm>
    </dsp:sp>
    <dsp:sp modelId="{898A3778-FD36-4460-AD6D-82D5982E3044}">
      <dsp:nvSpPr>
        <dsp:cNvPr id="0" name=""/>
        <dsp:cNvSpPr/>
      </dsp:nvSpPr>
      <dsp:spPr bwMode="auto">
        <a:xfrm rot="0" flipH="0" flipV="0">
          <a:off x="4451047" y="0"/>
          <a:ext cx="3096380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1385"/>
            </a:spcAft>
            <a:defRPr/>
          </a:pP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Stabilität 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und 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Verlässlich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keit</a:t>
          </a:r>
          <a:endParaRPr b="0" i="0" u="none" strike="noStrike" cap="none" spc="0">
            <a:solidFill>
              <a:schemeClr val="dk1"/>
            </a:solidFill>
            <a:latin typeface="Times New Roman"/>
            <a:cs typeface="Times New Roman"/>
          </a:endParaRPr>
        </a:p>
      </dsp:txBody>
      <dsp:txXfrm rot="0">
        <a:off x="4496392" y="45344"/>
        <a:ext cx="3005690" cy="1457500"/>
      </dsp:txXfrm>
    </dsp:sp>
    <dsp:sp modelId="{B8CE9B38-DFC1-49CD-B597-2451CDC73617}">
      <dsp:nvSpPr>
        <dsp:cNvPr id="1391001621" name=""/>
        <dsp:cNvSpPr/>
      </dsp:nvSpPr>
      <dsp:spPr bwMode="auto">
        <a:xfrm rot="0" flipH="0" flipV="0">
          <a:off x="4760685" y="1548190"/>
          <a:ext cx="309638" cy="1161142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1161142"/>
              </a:lnTo>
              <a:lnTo>
                <a:pt x="309638" y="1161142"/>
              </a:lnTo>
            </a:path>
          </a:pathLst>
        </a:custGeom>
        <a:ln/>
      </dsp:spPr>
      <dsp:style>
        <a:lnRef idx="2">
          <a:schemeClr val="accent1">
            <a:shade val="60000"/>
          </a:schemeClr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CB006605-5E9C-4880-AFAE-CDA7BB649196}">
      <dsp:nvSpPr>
        <dsp:cNvPr id="0" name=""/>
        <dsp:cNvSpPr/>
      </dsp:nvSpPr>
      <dsp:spPr bwMode="auto">
        <a:xfrm rot="0" flipH="0" flipV="0">
          <a:off x="5070323" y="1935237"/>
          <a:ext cx="2477104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839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Antwortzeit unter 1.5s	</a:t>
          </a:r>
          <a:endParaRPr/>
        </a:p>
      </dsp:txBody>
      <dsp:txXfrm rot="0">
        <a:off x="5115668" y="1980582"/>
        <a:ext cx="2386414" cy="1457500"/>
      </dsp:txXfrm>
    </dsp:sp>
    <dsp:sp modelId="{01059277-00CA-4AA1-9226-7FCD003EDD6C}">
      <dsp:nvSpPr>
        <dsp:cNvPr id="1391001622" name=""/>
        <dsp:cNvSpPr/>
      </dsp:nvSpPr>
      <dsp:spPr bwMode="auto">
        <a:xfrm rot="0" flipH="0" flipV="0">
          <a:off x="4760685" y="1548190"/>
          <a:ext cx="309638" cy="3096380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3096380"/>
              </a:lnTo>
              <a:lnTo>
                <a:pt x="309638" y="3096380"/>
              </a:lnTo>
            </a:path>
          </a:pathLst>
        </a:custGeom>
        <a:ln/>
      </dsp:spPr>
      <dsp:style>
        <a:lnRef idx="2">
          <a:schemeClr val="accent1">
            <a:shade val="60000"/>
          </a:schemeClr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89A62C6B-3A60-45A0-B7F7-923155BBA95D}">
      <dsp:nvSpPr>
        <dsp:cNvPr id="0" name=""/>
        <dsp:cNvSpPr/>
      </dsp:nvSpPr>
      <dsp:spPr bwMode="auto">
        <a:xfrm rot="0" flipH="0" flipV="0">
          <a:off x="5070323" y="3870475"/>
          <a:ext cx="2477104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839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Verfügbarkeit bei stark schwankender Nutzung</a:t>
          </a:r>
          <a:endParaRPr/>
        </a:p>
      </dsp:txBody>
      <dsp:txXfrm rot="0">
        <a:off x="5115668" y="3915820"/>
        <a:ext cx="2386414" cy="1457500"/>
      </dsp:txXfrm>
    </dsp:sp>
  </dsp:spTree>
</dsp:drawing>
</file>

<file path=ppt/diagrams/drawing6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731282911" name=""/>
      <dsp:cNvGrpSpPr/>
    </dsp:nvGrpSpPr>
    <dsp:grpSpPr bwMode="auto">
      <a:xfrm rot="0">
        <a:off x="0" y="0"/>
        <a:ext cx="8127999" cy="5418666"/>
        <a:chOff x="0" y="0"/>
        <a:chExt cx="8127999" cy="5418666"/>
      </a:xfrm>
    </dsp:grpSpPr>
    <dsp:sp modelId="{29DA656D-6078-4A42-BE45-23D88C636614}">
      <dsp:nvSpPr>
        <dsp:cNvPr id="0" name=""/>
        <dsp:cNvSpPr/>
      </dsp:nvSpPr>
      <dsp:spPr bwMode="auto">
        <a:xfrm rot="0" flipH="0" flipV="0">
          <a:off x="580571" y="0"/>
          <a:ext cx="3096380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1385"/>
            </a:spcAft>
            <a:defRPr/>
          </a:pP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Sicherheit, Datenschutz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,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 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 Kontrolle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sp:txBody>
      <dsp:txXfrm rot="0">
        <a:off x="625916" y="45344"/>
        <a:ext cx="3005690" cy="1457500"/>
      </dsp:txXfrm>
    </dsp:sp>
    <dsp:sp modelId="{18BB8177-E807-49E5-B33E-A8E2E3E8CB74}">
      <dsp:nvSpPr>
        <dsp:cNvPr id="731282912" name=""/>
        <dsp:cNvSpPr/>
      </dsp:nvSpPr>
      <dsp:spPr bwMode="auto">
        <a:xfrm rot="0" flipH="0" flipV="0">
          <a:off x="890209" y="1548190"/>
          <a:ext cx="309638" cy="1161142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1161142"/>
              </a:lnTo>
              <a:lnTo>
                <a:pt x="309638" y="1161142"/>
              </a:lnTo>
            </a:path>
          </a:pathLst>
        </a:custGeom>
        <a:ln/>
      </dsp:spPr>
      <dsp:style>
        <a:lnRef idx="2">
          <a:schemeClr val="accent1">
            <a:shade val="60000"/>
          </a:schemeClr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629E8F5C-7D3B-4C9D-B064-42EE3C40E960}">
      <dsp:nvSpPr>
        <dsp:cNvPr id="0" name=""/>
        <dsp:cNvSpPr/>
      </dsp:nvSpPr>
      <dsp:spPr bwMode="auto">
        <a:xfrm rot="0" flipH="0" flipV="0">
          <a:off x="1199847" y="1935237"/>
          <a:ext cx="2477104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923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DSGVO-Konforme Datenverarbeitung 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sp:txBody>
      <dsp:txXfrm rot="0">
        <a:off x="1245192" y="1980582"/>
        <a:ext cx="2386414" cy="1457500"/>
      </dsp:txXfrm>
    </dsp:sp>
    <dsp:sp modelId="{39AAE393-AA5E-486F-944F-7C18F8F5B985}">
      <dsp:nvSpPr>
        <dsp:cNvPr id="731282913" name=""/>
        <dsp:cNvSpPr/>
      </dsp:nvSpPr>
      <dsp:spPr bwMode="auto">
        <a:xfrm rot="0" flipH="0" flipV="0">
          <a:off x="890209" y="1548190"/>
          <a:ext cx="309638" cy="3096380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3096380"/>
              </a:lnTo>
              <a:lnTo>
                <a:pt x="309638" y="3096380"/>
              </a:lnTo>
            </a:path>
          </a:pathLst>
        </a:custGeom>
        <a:ln/>
      </dsp:spPr>
      <dsp:style>
        <a:lnRef idx="2">
          <a:schemeClr val="accent1">
            <a:shade val="60000"/>
          </a:schemeClr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18EDC266-84AF-45F7-B129-AEAFFD90D89D}">
      <dsp:nvSpPr>
        <dsp:cNvPr id="0" name=""/>
        <dsp:cNvSpPr/>
      </dsp:nvSpPr>
      <dsp:spPr bwMode="auto">
        <a:xfrm rot="0" flipH="0" flipV="0">
          <a:off x="1199847" y="3870475"/>
          <a:ext cx="2477104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923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Eindeutige Rollenverteilung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sp:txBody>
      <dsp:txXfrm rot="0">
        <a:off x="1245192" y="3915820"/>
        <a:ext cx="2386414" cy="1457500"/>
      </dsp:txXfrm>
    </dsp:sp>
    <dsp:sp modelId="{898A3778-FD36-4460-AD6D-82D5982E3044}">
      <dsp:nvSpPr>
        <dsp:cNvPr id="0" name=""/>
        <dsp:cNvSpPr/>
      </dsp:nvSpPr>
      <dsp:spPr bwMode="auto">
        <a:xfrm rot="0" flipH="0" flipV="0">
          <a:off x="4451047" y="0"/>
          <a:ext cx="3096380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1385"/>
            </a:spcAft>
            <a:defRPr/>
          </a:pP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Zukunfts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-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fähigkeit </a:t>
          </a: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und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 Organi</a:t>
          </a:r>
          <a:r>
            <a:rPr lang="en-US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sation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sp:txBody>
      <dsp:txXfrm rot="0">
        <a:off x="4496392" y="45344"/>
        <a:ext cx="3005690" cy="1457500"/>
      </dsp:txXfrm>
    </dsp:sp>
    <dsp:sp modelId="{B8CE9B38-DFC1-49CD-B597-2451CDC73617}">
      <dsp:nvSpPr>
        <dsp:cNvPr id="731282914" name=""/>
        <dsp:cNvSpPr/>
      </dsp:nvSpPr>
      <dsp:spPr bwMode="auto">
        <a:xfrm rot="0" flipH="0" flipV="0">
          <a:off x="4760685" y="1548190"/>
          <a:ext cx="309638" cy="1161142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1161142"/>
              </a:lnTo>
              <a:lnTo>
                <a:pt x="309638" y="1161142"/>
              </a:lnTo>
            </a:path>
          </a:pathLst>
        </a:custGeom>
        <a:ln/>
      </dsp:spPr>
      <dsp:style>
        <a:lnRef idx="2">
          <a:schemeClr val="accent1">
            <a:shade val="60000"/>
          </a:schemeClr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CB006605-5E9C-4880-AFAE-CDA7BB649196}">
      <dsp:nvSpPr>
        <dsp:cNvPr id="0" name=""/>
        <dsp:cNvSpPr/>
      </dsp:nvSpPr>
      <dsp:spPr bwMode="auto">
        <a:xfrm rot="0" flipH="0" flipV="0">
          <a:off x="5070323" y="1935237"/>
          <a:ext cx="2477104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923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Regelmäßige Mitarbeiter-schulungen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sp:txBody>
      <dsp:txXfrm rot="0">
        <a:off x="5115668" y="1980582"/>
        <a:ext cx="2386414" cy="1457500"/>
      </dsp:txXfrm>
    </dsp:sp>
    <dsp:sp modelId="{01059277-00CA-4AA1-9226-7FCD003EDD6C}">
      <dsp:nvSpPr>
        <dsp:cNvPr id="731282915" name=""/>
        <dsp:cNvSpPr/>
      </dsp:nvSpPr>
      <dsp:spPr bwMode="auto">
        <a:xfrm rot="0" flipH="0" flipV="0">
          <a:off x="4760685" y="1548190"/>
          <a:ext cx="309638" cy="3096380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3096380"/>
              </a:lnTo>
              <a:lnTo>
                <a:pt x="309638" y="3096380"/>
              </a:lnTo>
            </a:path>
          </a:pathLst>
        </a:custGeom>
        <a:ln/>
      </dsp:spPr>
      <dsp:style>
        <a:lnRef idx="2">
          <a:schemeClr val="accent1">
            <a:shade val="60000"/>
          </a:schemeClr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89A62C6B-3A60-45A0-B7F7-923155BBA95D}">
      <dsp:nvSpPr>
        <dsp:cNvPr id="0" name=""/>
        <dsp:cNvSpPr/>
      </dsp:nvSpPr>
      <dsp:spPr bwMode="auto">
        <a:xfrm rot="0" flipH="0" flipV="0">
          <a:off x="5070323" y="3870475"/>
          <a:ext cx="2477104" cy="1548190"/>
        </a:xfrm>
        <a:prstGeom prst="roundRect">
          <a:avLst>
            <a:gd name="adj" fmla="val 10000"/>
          </a:avLst>
        </a:prstGeom>
        <a:ln/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923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Langfristig wartbar, dokumentierbar und skalierbar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sp:txBody>
      <dsp:txXfrm rot="0">
        <a:off x="5115668" y="3915820"/>
        <a:ext cx="2386414" cy="1457500"/>
      </dsp:txXfrm>
    </dsp:sp>
  </dsp:spTree>
</dsp:drawing>
</file>

<file path=ppt/diagrams/drawing7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2142866657" name=""/>
      <dsp:cNvGrpSpPr/>
    </dsp:nvGrpSpPr>
    <dsp:grpSpPr bwMode="auto">
      <a:xfrm rot="0" flipH="0" flipV="0">
        <a:off x="0" y="0"/>
        <a:ext cx="8530764" cy="5687177"/>
        <a:chOff x="0" y="0"/>
        <a:chExt cx="8530764" cy="5687177"/>
      </a:xfrm>
    </dsp:grpSpPr>
    <dsp:sp modelId="{27C13C5D-4316-4ACD-BFED-8A7E4D6252A9}">
      <dsp:nvSpPr>
        <dsp:cNvPr id="0" name=""/>
        <dsp:cNvSpPr/>
      </dsp:nvSpPr>
      <dsp:spPr bwMode="auto">
        <a:xfrm rot="16199999" flipH="0" flipV="0">
          <a:off x="710896" y="-710896"/>
          <a:ext cx="2843588" cy="4265382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Besonders wichtig für Entwicklung &amp; Betrieb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Bei manuellen Änderungen müssen viele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Daten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per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Hand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 geändert werden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Viele Leute haben Zugriff, fehlende Transparenz</a:t>
          </a:r>
          <a:endParaRPr lang="de-DE" sz="1600" b="1" i="0" u="none" strike="noStrike" cap="none" spc="0">
            <a:solidFill>
              <a:schemeClr val="bg1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0" i="0" u="none" strike="noStrike" cap="none" spc="0">
            <a:solidFill>
              <a:schemeClr val="lt1"/>
            </a:solidFill>
            <a:latin typeface="Times New Roman"/>
            <a:cs typeface="Times New Roman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5400000">
        <a:off x="0" y="0"/>
        <a:ext cx="4265382" cy="2132691"/>
      </dsp:txXfrm>
    </dsp:sp>
    <dsp:sp modelId="{2798F6CF-BB07-47BD-AB88-039B6E2E438F}">
      <dsp:nvSpPr>
        <dsp:cNvPr id="0" name=""/>
        <dsp:cNvSpPr/>
      </dsp:nvSpPr>
      <dsp:spPr bwMode="auto">
        <a:xfrm rot="0" flipH="0" flipV="0">
          <a:off x="4265382" y="0"/>
          <a:ext cx="4265382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en-US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Weniger </a:t>
          </a:r>
          <a:r>
            <a:rPr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manuelle Änderungen durch weniger Zugriffe auf persönliche Daten durch Kundenservice</a:t>
          </a:r>
          <a:endParaRPr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0">
        <a:off x="4265382" y="0"/>
        <a:ext cx="4265382" cy="2132691"/>
      </dsp:txXfrm>
    </dsp:sp>
    <dsp:sp modelId="{4A88EE6C-C35D-45E2-80C7-0E4208B9079B}">
      <dsp:nvSpPr>
        <dsp:cNvPr id="0" name=""/>
        <dsp:cNvSpPr/>
      </dsp:nvSpPr>
      <dsp:spPr bwMode="auto">
        <a:xfrm rot="10800000" flipH="0" flipV="0">
          <a:off x="0" y="2843588"/>
          <a:ext cx="4265382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Kundenservice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Entwicklung &amp; Betrieb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Kunde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0800000">
        <a:off x="0" y="3554485"/>
        <a:ext cx="4265382" cy="2132691"/>
      </dsp:txXfrm>
    </dsp:sp>
    <dsp:sp modelId="{D96B79B5-E17E-4552-87B3-953753C18B24}">
      <dsp:nvSpPr>
        <dsp:cNvPr id="0" name=""/>
        <dsp:cNvSpPr/>
      </dsp:nvSpPr>
      <dsp:spPr bwMode="auto">
        <a:xfrm rot="5400000" flipH="0" flipV="0">
          <a:off x="4976278" y="2132691"/>
          <a:ext cx="2843588" cy="4265382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Klare und saubere Prozesse</a:t>
          </a:r>
          <a:endParaRPr lang="de-DE"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Durch unklare Prozesse könnte es zu Datenlecks kommen</a:t>
          </a:r>
          <a:endParaRPr lang="de-DE"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Abhängigkeiten am Budget und Mitarbeitszeit am Benutzer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6199999">
        <a:off x="4265382" y="3554485"/>
        <a:ext cx="4265382" cy="2132691"/>
      </dsp:txXfrm>
    </dsp:sp>
    <dsp:sp modelId="{87A1ED12-C174-40B8-BD7D-68454879CCC2}">
      <dsp:nvSpPr>
        <dsp:cNvPr id="0" name=""/>
        <dsp:cNvSpPr/>
      </dsp:nvSpPr>
      <dsp:spPr bwMode="auto">
        <a:xfrm rot="0" flipH="0" flipV="0">
          <a:off x="2985767" y="2132691"/>
          <a:ext cx="2559229" cy="142179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1007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Eindeutige Rollenverteilung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sp:txBody>
      <dsp:txXfrm rot="0">
        <a:off x="3055173" y="2202097"/>
        <a:ext cx="2420416" cy="1282981"/>
      </dsp:txXfrm>
    </dsp:sp>
  </dsp:spTree>
</dsp:drawing>
</file>

<file path=ppt/diagrams/drawing8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144374055" name=""/>
      <dsp:cNvGrpSpPr/>
    </dsp:nvGrpSpPr>
    <dsp:grpSpPr bwMode="auto">
      <a:xfrm rot="0" flipH="0" flipV="0">
        <a:off x="0" y="0"/>
        <a:ext cx="8530764" cy="5687177"/>
        <a:chOff x="0" y="0"/>
        <a:chExt cx="8530764" cy="5687177"/>
      </a:xfrm>
    </dsp:grpSpPr>
    <dsp:sp modelId="{27C13C5D-4316-4ACD-BFED-8A7E4D6252A9}">
      <dsp:nvSpPr>
        <dsp:cNvPr id="0" name=""/>
        <dsp:cNvSpPr/>
      </dsp:nvSpPr>
      <dsp:spPr bwMode="auto">
        <a:xfrm rot="16199999" flipH="0" flipV="0">
          <a:off x="710896" y="-710896"/>
          <a:ext cx="2843588" cy="4265382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Unzureichende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Stabilität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bei Lastspitzen</a:t>
          </a:r>
          <a:endParaRPr lang="de-DE"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Inkonsistente Performance im Tagesbetrieb</a:t>
          </a:r>
          <a:endParaRPr lang="de-DE"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r>
            <a:rPr lang="de-DE">
              <a:latin typeface="Arial"/>
              <a:ea typeface="Arial"/>
              <a:cs typeface="Arial"/>
            </a:rPr>
            <a:t>	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=&gt; Für Kunden und Mitarbeiter spürbar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5400000">
        <a:off x="0" y="0"/>
        <a:ext cx="4265382" cy="2132691"/>
      </dsp:txXfrm>
    </dsp:sp>
    <dsp:sp modelId="{2798F6CF-BB07-47BD-AB88-039B6E2E438F}">
      <dsp:nvSpPr>
        <dsp:cNvPr id="0" name=""/>
        <dsp:cNvSpPr/>
      </dsp:nvSpPr>
      <dsp:spPr bwMode="auto">
        <a:xfrm rot="0" flipH="0" flipV="0">
          <a:off x="4265382" y="0"/>
          <a:ext cx="4265382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Bei Lastspitzen (z.B. Weihnachtszeit) läuft das System stabil</a:t>
          </a:r>
          <a:endParaRPr lang="de-DE"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KPIs: weniger Beschwerden,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höhere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Systemverfügbarkeit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0">
        <a:off x="4265382" y="0"/>
        <a:ext cx="4265382" cy="2132691"/>
      </dsp:txXfrm>
    </dsp:sp>
    <dsp:sp modelId="{4A88EE6C-C35D-45E2-80C7-0E4208B9079B}">
      <dsp:nvSpPr>
        <dsp:cNvPr id="0" name=""/>
        <dsp:cNvSpPr/>
      </dsp:nvSpPr>
      <dsp:spPr bwMode="auto">
        <a:xfrm rot="10800000" flipH="0" flipV="0">
          <a:off x="0" y="2843588"/>
          <a:ext cx="4265382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Kundenservice: weniger Beschwerden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Parkraum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bewirtschaftung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Imageverbesserung für Stakeholder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Einmalige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r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 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Aufwand</a:t>
          </a: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 für Entwicklung (Verbesserung)</a:t>
          </a:r>
          <a:endParaRPr lang="de-DE" sz="1200" b="0" i="0" u="none">
            <a:solidFill>
              <a:srgbClr val="000000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0800000">
        <a:off x="0" y="3554485"/>
        <a:ext cx="4265382" cy="2132691"/>
      </dsp:txXfrm>
    </dsp:sp>
    <dsp:sp modelId="{D96B79B5-E17E-4552-87B3-953753C18B24}">
      <dsp:nvSpPr>
        <dsp:cNvPr id="0" name=""/>
        <dsp:cNvSpPr/>
      </dsp:nvSpPr>
      <dsp:spPr bwMode="auto">
        <a:xfrm rot="5400000" flipH="0" flipV="0">
          <a:off x="4976278" y="2132691"/>
          <a:ext cx="2843588" cy="4265382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Abhängigkeit zur Antwortzeit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6199999">
        <a:off x="4265382" y="3554485"/>
        <a:ext cx="4265382" cy="2132691"/>
      </dsp:txXfrm>
    </dsp:sp>
    <dsp:sp modelId="{87A1ED12-C174-40B8-BD7D-68454879CCC2}">
      <dsp:nvSpPr>
        <dsp:cNvPr id="0" name=""/>
        <dsp:cNvSpPr/>
      </dsp:nvSpPr>
      <dsp:spPr bwMode="auto">
        <a:xfrm rot="0" flipH="0" flipV="0">
          <a:off x="2985767" y="2132691"/>
          <a:ext cx="2559229" cy="142179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l">
            <a:lnSpc>
              <a:spcPct val="90000"/>
            </a:lnSpc>
            <a:spcAft>
              <a:spcPts val="964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Antwortzeit unter 1.5s</a:t>
          </a:r>
          <a:endParaRPr/>
        </a:p>
      </dsp:txBody>
      <dsp:txXfrm rot="0">
        <a:off x="3055173" y="2202097"/>
        <a:ext cx="2420416" cy="1282981"/>
      </dsp:txXfrm>
    </dsp:sp>
  </dsp:spTree>
</dsp:drawing>
</file>

<file path=ppt/diagrams/drawing9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347971257" name=""/>
      <dsp:cNvGrpSpPr/>
    </dsp:nvGrpSpPr>
    <dsp:grpSpPr bwMode="auto">
      <a:xfrm rot="0" flipH="0" flipV="0">
        <a:off x="0" y="0"/>
        <a:ext cx="8530764" cy="5687177"/>
        <a:chOff x="0" y="0"/>
        <a:chExt cx="8530764" cy="5687177"/>
      </a:xfrm>
    </dsp:grpSpPr>
    <dsp:sp modelId="{27C13C5D-4316-4ACD-BFED-8A7E4D6252A9}">
      <dsp:nvSpPr>
        <dsp:cNvPr id="0" name=""/>
        <dsp:cNvSpPr/>
      </dsp:nvSpPr>
      <dsp:spPr bwMode="auto">
        <a:xfrm rot="16199999" flipH="0" flipV="0">
          <a:off x="710896" y="-710896"/>
          <a:ext cx="2843588" cy="4265382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Ausgangslage &amp; Problem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: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Inkonsistente Performance im Tagesbetrieb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Spürbar für Kunden/Nutzer und Kundenservice/Support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</dsp:txBody>
      <dsp:txXfrm rot="5400000">
        <a:off x="0" y="0"/>
        <a:ext cx="4265382" cy="2132691"/>
      </dsp:txXfrm>
    </dsp:sp>
    <dsp:sp modelId="{2798F6CF-BB07-47BD-AB88-039B6E2E438F}">
      <dsp:nvSpPr>
        <dsp:cNvPr id="0" name=""/>
        <dsp:cNvSpPr/>
      </dsp:nvSpPr>
      <dsp:spPr bwMode="auto">
        <a:xfrm rot="0" flipH="0" flipV="0">
          <a:off x="4265382" y="0"/>
          <a:ext cx="4265382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Nut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zen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 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&amp; Erfolg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: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KPI: Antwortzeit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Reporting für Antwortzeit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</dsp:txBody>
      <dsp:txXfrm rot="0">
        <a:off x="4265382" y="0"/>
        <a:ext cx="4265382" cy="2132691"/>
      </dsp:txXfrm>
    </dsp:sp>
    <dsp:sp modelId="{4A88EE6C-C35D-45E2-80C7-0E4208B9079B}">
      <dsp:nvSpPr>
        <dsp:cNvPr id="0" name=""/>
        <dsp:cNvSpPr/>
      </dsp:nvSpPr>
      <dsp:spPr bwMode="auto">
        <a:xfrm rot="10800000" flipH="0" flipV="0">
          <a:off x="0" y="2843588"/>
          <a:ext cx="4265382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en-US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Endnutzer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Kundenservice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Parkraumberwirtschaftung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Image-Verbesserung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0800000">
        <a:off x="0" y="3554485"/>
        <a:ext cx="4265382" cy="2132691"/>
      </dsp:txXfrm>
    </dsp:sp>
    <dsp:sp modelId="{D96B79B5-E17E-4552-87B3-953753C18B24}">
      <dsp:nvSpPr>
        <dsp:cNvPr id="0" name=""/>
        <dsp:cNvSpPr/>
      </dsp:nvSpPr>
      <dsp:spPr bwMode="auto">
        <a:xfrm rot="5400000" flipH="0" flipV="0">
          <a:off x="4976278" y="2132691"/>
          <a:ext cx="2843588" cy="4265382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Risiken &amp; Randbedingungen</a:t>
          </a:r>
          <a:r>
            <a:rPr sz="1600" b="1" i="0" u="none" strike="noStrike" cap="none" spc="0">
              <a:solidFill/>
              <a:latin typeface="Arial"/>
              <a:ea typeface="Arial"/>
              <a:cs typeface="Arial"/>
            </a:rPr>
            <a:t>:</a:t>
          </a:r>
          <a:endParaRPr sz="1200" b="0" i="0" u="none" strike="noStrike" cap="none" spc="0">
            <a:solidFill/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/>
              <a:latin typeface="Arial"/>
              <a:ea typeface="Arial"/>
              <a:cs typeface="Arial"/>
            </a:rPr>
            <a:t>Abhängigkeit </a:t>
          </a:r>
          <a:r>
            <a:rPr sz="1200" b="0" i="0" u="none" strike="noStrike" cap="none" spc="0">
              <a:solidFill/>
              <a:latin typeface="Arial"/>
              <a:ea typeface="Arial"/>
              <a:cs typeface="Arial"/>
            </a:rPr>
            <a:t>zu Lastspitzen</a:t>
          </a:r>
          <a:endParaRPr sz="1200" b="0" i="0" u="none" strike="noStrike" cap="none" spc="0">
            <a:solidFill/>
            <a:latin typeface="Arial"/>
            <a:cs typeface="Arial"/>
          </a:endParaRPr>
        </a:p>
      </dsp:txBody>
      <dsp:txXfrm rot="16199999">
        <a:off x="4265382" y="3554485"/>
        <a:ext cx="4265382" cy="2132691"/>
      </dsp:txXfrm>
    </dsp:sp>
    <dsp:sp modelId="{87A1ED12-C174-40B8-BD7D-68454879CCC2}">
      <dsp:nvSpPr>
        <dsp:cNvPr id="0" name=""/>
        <dsp:cNvSpPr/>
      </dsp:nvSpPr>
      <dsp:spPr bwMode="auto">
        <a:xfrm rot="0" flipH="0" flipV="0">
          <a:off x="2985767" y="2132691"/>
          <a:ext cx="2559229" cy="142179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l">
            <a:lnSpc>
              <a:spcPct val="90000"/>
            </a:lnSpc>
            <a:spcBef>
              <a:spcPts val="0"/>
            </a:spcBef>
            <a:spcAft>
              <a:spcPts val="839"/>
            </a:spcAft>
            <a:defRPr/>
          </a:pPr>
          <a:r>
            <a:rPr b="0" i="0" u="none" strike="noStrike" cap="none" spc="0">
              <a:solidFill/>
              <a:latin typeface="Arial"/>
              <a:ea typeface="Arial"/>
              <a:cs typeface="Arial"/>
            </a:rPr>
            <a:t>Verfügbarkeit bei stark schwankender Nutzung</a:t>
          </a:r>
          <a:endParaRPr b="0" i="0" u="none" strike="noStrike" cap="none" spc="0">
            <a:solidFill/>
            <a:latin typeface="Arial"/>
            <a:cs typeface="Arial"/>
          </a:endParaRPr>
        </a:p>
      </dsp:txBody>
      <dsp:txXfrm rot="0">
        <a:off x="3055173" y="2202097"/>
        <a:ext cx="2420416" cy="1282981"/>
      </dsp:txXfrm>
    </dsp:sp>
  </dsp:spTree>
</dsp:drawing>
</file>

<file path=ppt/diagrams/drawing10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394327313" name=""/>
      <dsp:cNvGrpSpPr/>
    </dsp:nvGrpSpPr>
    <dsp:grpSpPr bwMode="auto">
      <a:xfrm rot="0" flipH="0" flipV="0">
        <a:off x="0" y="0"/>
        <a:ext cx="8530763" cy="5687176"/>
        <a:chOff x="0" y="0"/>
        <a:chExt cx="8530763" cy="5687176"/>
      </a:xfrm>
    </dsp:grpSpPr>
    <dsp:sp modelId="{27C13C5D-4316-4ACD-BFED-8A7E4D6252A9}">
      <dsp:nvSpPr>
        <dsp:cNvPr id="0" name=""/>
        <dsp:cNvSpPr/>
      </dsp:nvSpPr>
      <dsp:spPr bwMode="auto">
        <a:xfrm rot="16199999" flipH="0" flipV="0">
          <a:off x="710896" y="-710896"/>
          <a:ext cx="2843588" cy="4265381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DSGVO Konformität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Sowohl im Betrieb, als auch der Entwicklung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5400000">
        <a:off x="0" y="0"/>
        <a:ext cx="4265381" cy="2132691"/>
      </dsp:txXfrm>
    </dsp:sp>
    <dsp:sp modelId="{2798F6CF-BB07-47BD-AB88-039B6E2E438F}">
      <dsp:nvSpPr>
        <dsp:cNvPr id="0" name=""/>
        <dsp:cNvSpPr/>
      </dsp:nvSpPr>
      <dsp:spPr bwMode="auto">
        <a:xfrm rot="0" flipH="0" flipV="0">
          <a:off x="4265381" y="0"/>
          <a:ext cx="4265381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Einhalten gesetzlicher Vorgaben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Kein Rechtsstreit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0">
        <a:off x="4265381" y="0"/>
        <a:ext cx="4265381" cy="2132691"/>
      </dsp:txXfrm>
    </dsp:sp>
    <dsp:sp modelId="{4A88EE6C-C35D-45E2-80C7-0E4208B9079B}">
      <dsp:nvSpPr>
        <dsp:cNvPr id="0" name=""/>
        <dsp:cNvSpPr/>
      </dsp:nvSpPr>
      <dsp:spPr bwMode="auto">
        <a:xfrm rot="10800000" flipH="0" flipV="0">
          <a:off x="0" y="2843588"/>
          <a:ext cx="4265381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Kundenservice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Entwicklung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Rechtsberatung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0800000">
        <a:off x="0" y="3554484"/>
        <a:ext cx="4265381" cy="2132691"/>
      </dsp:txXfrm>
    </dsp:sp>
    <dsp:sp modelId="{D96B79B5-E17E-4552-87B3-953753C18B24}">
      <dsp:nvSpPr>
        <dsp:cNvPr id="0" name=""/>
        <dsp:cNvSpPr/>
      </dsp:nvSpPr>
      <dsp:spPr bwMode="auto">
        <a:xfrm rot="5400000" flipH="0" flipV="0">
          <a:off x="4976278" y="2132691"/>
          <a:ext cx="2843588" cy="4265381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Nichteinhalten der DSGVO birgt rechtliche Konsequenzen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6199999">
        <a:off x="4265381" y="3554484"/>
        <a:ext cx="4265381" cy="2132691"/>
      </dsp:txXfrm>
    </dsp:sp>
    <dsp:sp modelId="{87A1ED12-C174-40B8-BD7D-68454879CCC2}">
      <dsp:nvSpPr>
        <dsp:cNvPr id="0" name=""/>
        <dsp:cNvSpPr/>
      </dsp:nvSpPr>
      <dsp:spPr bwMode="auto">
        <a:xfrm rot="0" flipH="0" flipV="0">
          <a:off x="2985767" y="2132691"/>
          <a:ext cx="2559228" cy="142179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r">
            <a:lnSpc>
              <a:spcPct val="90000"/>
            </a:lnSpc>
            <a:spcAft>
              <a:spcPts val="881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DSGVO-Konforme Datenverarbeitung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sp:txBody>
      <dsp:txXfrm rot="0">
        <a:off x="3055173" y="2202097"/>
        <a:ext cx="2420416" cy="1282981"/>
      </dsp:txXfrm>
    </dsp:sp>
  </dsp:spTree>
</dsp:drawing>
</file>

<file path=ppt/diagrams/drawing1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2001188630" name=""/>
      <dsp:cNvGrpSpPr/>
    </dsp:nvGrpSpPr>
    <dsp:grpSpPr bwMode="auto">
      <a:xfrm rot="0" flipH="0" flipV="0">
        <a:off x="0" y="0"/>
        <a:ext cx="8530763" cy="5687176"/>
        <a:chOff x="0" y="0"/>
        <a:chExt cx="8530763" cy="5687176"/>
      </a:xfrm>
    </dsp:grpSpPr>
    <dsp:sp modelId="{27C13C5D-4316-4ACD-BFED-8A7E4D6252A9}">
      <dsp:nvSpPr>
        <dsp:cNvPr id="0" name=""/>
        <dsp:cNvSpPr/>
      </dsp:nvSpPr>
      <dsp:spPr bwMode="auto">
        <a:xfrm rot="16199999" flipH="0" flipV="0">
          <a:off x="710896" y="-710896"/>
          <a:ext cx="2843588" cy="4265381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Hoher manueller Betriebs- und Wartungsaufwand</a:t>
          </a:r>
          <a:endParaRPr lang="de-DE"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5400000">
        <a:off x="0" y="0"/>
        <a:ext cx="4265381" cy="2132691"/>
      </dsp:txXfrm>
    </dsp:sp>
    <dsp:sp modelId="{2798F6CF-BB07-47BD-AB88-039B6E2E438F}">
      <dsp:nvSpPr>
        <dsp:cNvPr id="0" name=""/>
        <dsp:cNvSpPr/>
      </dsp:nvSpPr>
      <dsp:spPr bwMode="auto">
        <a:xfrm rot="0" flipH="0" flipV="0">
          <a:off x="4265381" y="0"/>
          <a:ext cx="4265381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Weniger manueller Aufwand</a:t>
          </a:r>
          <a:b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</a:b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	=&gt; Reduzierung von menschlichen Fehlern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KPI: Automatisierungsgrad min. 75%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Zufriedenere Mitarbeiter</a:t>
          </a:r>
          <a:b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</a:b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	=&gt; Weniger Kündigungen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0">
        <a:off x="4265381" y="0"/>
        <a:ext cx="4265381" cy="2132691"/>
      </dsp:txXfrm>
    </dsp:sp>
    <dsp:sp modelId="{4A88EE6C-C35D-45E2-80C7-0E4208B9079B}">
      <dsp:nvSpPr>
        <dsp:cNvPr id="0" name=""/>
        <dsp:cNvSpPr/>
      </dsp:nvSpPr>
      <dsp:spPr bwMode="auto">
        <a:xfrm rot="10800000" flipH="0" flipV="0">
          <a:off x="0" y="2843588"/>
          <a:ext cx="4265381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Systembetrieb und Software Entwicklung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0800000">
        <a:off x="0" y="3554484"/>
        <a:ext cx="4265381" cy="2132691"/>
      </dsp:txXfrm>
    </dsp:sp>
    <dsp:sp modelId="{D96B79B5-E17E-4552-87B3-953753C18B24}">
      <dsp:nvSpPr>
        <dsp:cNvPr id="0" name=""/>
        <dsp:cNvSpPr/>
      </dsp:nvSpPr>
      <dsp:spPr bwMode="auto">
        <a:xfrm rot="5400000" flipH="0" flipV="0">
          <a:off x="4976278" y="2132691"/>
          <a:ext cx="2843588" cy="4265381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Automatisierung funktioniert nicht wie erwünscht</a:t>
          </a:r>
          <a:endParaRPr lang="de-DE" sz="1200" b="0" i="0" u="none" strike="noStrike" cap="none" spc="0">
            <a:solidFill>
              <a:schemeClr val="bg1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Führt zu häufigere Wartung und dadurch zu höherem Aufwand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6199999">
        <a:off x="4265381" y="3554484"/>
        <a:ext cx="4265381" cy="2132691"/>
      </dsp:txXfrm>
    </dsp:sp>
    <dsp:sp modelId="{87A1ED12-C174-40B8-BD7D-68454879CCC2}">
      <dsp:nvSpPr>
        <dsp:cNvPr id="0" name=""/>
        <dsp:cNvSpPr/>
      </dsp:nvSpPr>
      <dsp:spPr bwMode="auto">
        <a:xfrm rot="0" flipH="0" flipV="0">
          <a:off x="2985767" y="2132691"/>
          <a:ext cx="2559228" cy="142179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713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Vereinfachte/ Automatisierte Wartung durch predictive Maintenance</a:t>
          </a:r>
          <a:endParaRPr/>
        </a:p>
      </dsp:txBody>
      <dsp:txXfrm rot="0">
        <a:off x="3055173" y="2202097"/>
        <a:ext cx="2420416" cy="1282981"/>
      </dsp:txXfrm>
    </dsp:sp>
  </dsp:spTree>
</dsp:drawing>
</file>

<file path=ppt/diagrams/drawing1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159235095" name=""/>
      <dsp:cNvGrpSpPr/>
    </dsp:nvGrpSpPr>
    <dsp:grpSpPr bwMode="auto">
      <a:xfrm rot="0" flipH="0" flipV="0">
        <a:off x="0" y="0"/>
        <a:ext cx="8530763" cy="5687176"/>
        <a:chOff x="0" y="0"/>
        <a:chExt cx="8530763" cy="5687176"/>
      </a:xfrm>
    </dsp:grpSpPr>
    <dsp:sp modelId="{27C13C5D-4316-4ACD-BFED-8A7E4D6252A9}">
      <dsp:nvSpPr>
        <dsp:cNvPr id="0" name=""/>
        <dsp:cNvSpPr/>
      </dsp:nvSpPr>
      <dsp:spPr bwMode="auto">
        <a:xfrm rot="16199999" flipH="0" flipV="0">
          <a:off x="710896" y="-710896"/>
          <a:ext cx="2843588" cy="4265381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Kein Wissenstransfer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Integration neuer Mitarbeiter</a:t>
          </a:r>
          <a:endParaRPr lang="de-DE"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5400000">
        <a:off x="0" y="0"/>
        <a:ext cx="4265381" cy="2132691"/>
      </dsp:txXfrm>
    </dsp:sp>
    <dsp:sp modelId="{2798F6CF-BB07-47BD-AB88-039B6E2E438F}">
      <dsp:nvSpPr>
        <dsp:cNvPr id="0" name=""/>
        <dsp:cNvSpPr/>
      </dsp:nvSpPr>
      <dsp:spPr bwMode="auto">
        <a:xfrm rot="0" flipH="0" flipV="0">
          <a:off x="4265381" y="0"/>
          <a:ext cx="4265381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Effizientere Arbeit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419"/>
            </a:spcAft>
            <a:defRPr/>
          </a:pPr>
          <a:endParaRPr lang="de-DE"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Weniger Frust, mehr Klarheit</a:t>
          </a:r>
          <a:endParaRPr lang="de-DE"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0">
        <a:off x="4265381" y="0"/>
        <a:ext cx="4265381" cy="2132691"/>
      </dsp:txXfrm>
    </dsp:sp>
    <dsp:sp modelId="{4A88EE6C-C35D-45E2-80C7-0E4208B9079B}">
      <dsp:nvSpPr>
        <dsp:cNvPr id="0" name=""/>
        <dsp:cNvSpPr/>
      </dsp:nvSpPr>
      <dsp:spPr bwMode="auto">
        <a:xfrm rot="10800000" flipH="0" flipV="0">
          <a:off x="0" y="2843588"/>
          <a:ext cx="4265381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Alle Rollen, die mit dem System interagieren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Mitarbeiter die die Schulung besuchen müssen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0800000">
        <a:off x="0" y="3554484"/>
        <a:ext cx="4265381" cy="2132691"/>
      </dsp:txXfrm>
    </dsp:sp>
    <dsp:sp modelId="{D96B79B5-E17E-4552-87B3-953753C18B24}">
      <dsp:nvSpPr>
        <dsp:cNvPr id="0" name=""/>
        <dsp:cNvSpPr/>
      </dsp:nvSpPr>
      <dsp:spPr bwMode="auto">
        <a:xfrm rot="5400000" flipH="0" flipV="0">
          <a:off x="4976278" y="2132691"/>
          <a:ext cx="2843588" cy="4265381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Mitarbeiter Akzeptanz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6199999">
        <a:off x="4265381" y="3554484"/>
        <a:ext cx="4265381" cy="2132691"/>
      </dsp:txXfrm>
    </dsp:sp>
    <dsp:sp modelId="{87A1ED12-C174-40B8-BD7D-68454879CCC2}">
      <dsp:nvSpPr>
        <dsp:cNvPr id="0" name=""/>
        <dsp:cNvSpPr/>
      </dsp:nvSpPr>
      <dsp:spPr bwMode="auto">
        <a:xfrm rot="0" flipH="0" flipV="0">
          <a:off x="2985767" y="2132691"/>
          <a:ext cx="2559228" cy="142179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1091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Regelmäßige Mitarbeiter schulungen</a:t>
          </a:r>
          <a:endParaRPr b="0" i="0" u="none" strike="noStrike" cap="none" spc="0">
            <a:solidFill>
              <a:schemeClr val="dk1"/>
            </a:solidFill>
            <a:latin typeface="Arial"/>
            <a:ea typeface="Arial"/>
            <a:cs typeface="Arial"/>
          </a:endParaRPr>
        </a:p>
      </dsp:txBody>
      <dsp:txXfrm rot="0">
        <a:off x="3055173" y="2202097"/>
        <a:ext cx="2420416" cy="1282981"/>
      </dsp:txXfrm>
    </dsp:sp>
  </dsp:spTree>
</dsp:drawing>
</file>

<file path=ppt/diagrams/drawing1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463096070" name=""/>
      <dsp:cNvGrpSpPr/>
    </dsp:nvGrpSpPr>
    <dsp:grpSpPr bwMode="auto">
      <a:xfrm rot="0" flipH="0" flipV="0">
        <a:off x="0" y="0"/>
        <a:ext cx="8530763" cy="5687176"/>
        <a:chOff x="0" y="0"/>
        <a:chExt cx="8530763" cy="5687176"/>
      </a:xfrm>
    </dsp:grpSpPr>
    <dsp:sp modelId="{27C13C5D-4316-4ACD-BFED-8A7E4D6252A9}">
      <dsp:nvSpPr>
        <dsp:cNvPr id="0" name=""/>
        <dsp:cNvSpPr/>
      </dsp:nvSpPr>
      <dsp:spPr bwMode="auto">
        <a:xfrm rot="16199999" flipH="0" flipV="0">
          <a:off x="710896" y="-710896"/>
          <a:ext cx="2843588" cy="4265381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Ausgangslage &amp; Problem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Product Lifecycle Management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Implementierung von neuen Anforderungen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5400000">
        <a:off x="0" y="0"/>
        <a:ext cx="4265381" cy="2132691"/>
      </dsp:txXfrm>
    </dsp:sp>
    <dsp:sp modelId="{2798F6CF-BB07-47BD-AB88-039B6E2E438F}">
      <dsp:nvSpPr>
        <dsp:cNvPr id="0" name=""/>
        <dsp:cNvSpPr/>
      </dsp:nvSpPr>
      <dsp:spPr bwMode="auto">
        <a:xfrm rot="0" flipH="0" flipV="0">
          <a:off x="4265381" y="0"/>
          <a:ext cx="4265381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Nut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zen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 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&amp; Erfolg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Schnellere Einführung von neuen Anforderungen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Prozessdurchlaufzeit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0">
        <a:off x="4265381" y="0"/>
        <a:ext cx="4265381" cy="2132691"/>
      </dsp:txXfrm>
    </dsp:sp>
    <dsp:sp modelId="{4A88EE6C-C35D-45E2-80C7-0E4208B9079B}">
      <dsp:nvSpPr>
        <dsp:cNvPr id="0" name=""/>
        <dsp:cNvSpPr/>
      </dsp:nvSpPr>
      <dsp:spPr bwMode="auto">
        <a:xfrm rot="10800000" flipH="0" flipV="0">
          <a:off x="0" y="2843588"/>
          <a:ext cx="4265381" cy="2843588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Betroffene Rollen &amp; Change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Entwicklung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>
              <a:solidFill>
                <a:srgbClr val="000000"/>
              </a:solidFill>
              <a:latin typeface="Arial"/>
              <a:ea typeface="Arial"/>
              <a:cs typeface="Arial"/>
            </a:rPr>
            <a:t>User</a:t>
          </a:r>
          <a:endParaRPr lang="de-DE" sz="1200" b="0" i="0" u="none">
            <a:solidFill>
              <a:srgbClr val="000000"/>
            </a:solidFill>
            <a:latin typeface="Arial"/>
            <a:ea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0800000">
        <a:off x="0" y="3554484"/>
        <a:ext cx="4265381" cy="2132691"/>
      </dsp:txXfrm>
    </dsp:sp>
    <dsp:sp modelId="{D96B79B5-E17E-4552-87B3-953753C18B24}">
      <dsp:nvSpPr>
        <dsp:cNvPr id="0" name=""/>
        <dsp:cNvSpPr/>
      </dsp:nvSpPr>
      <dsp:spPr bwMode="auto">
        <a:xfrm rot="5400000" flipH="0" flipV="0">
          <a:off x="4976278" y="2132691"/>
          <a:ext cx="2843588" cy="4265381"/>
        </a:xfrm>
        <a:prstGeom prst="round1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13792" tIns="113792" rIns="113792" bIns="113792" numCol="1" spcCol="0" rtlCol="0" fromWordArt="0" anchor="t" anchorCtr="0" forceAA="0" upright="0" compatLnSpc="0"/>
        <a:p>
          <a:pPr marL="0" indent="0" algn="l">
            <a:lnSpc>
              <a:spcPct val="90000"/>
            </a:lnSpc>
            <a:spcBef>
              <a:spcPts val="0"/>
            </a:spcBef>
            <a:spcAft>
              <a:spcPts val="671"/>
            </a:spcAft>
            <a:defRPr/>
          </a:pP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Risiken &amp; Randbedingungen</a:t>
          </a:r>
          <a:r>
            <a:rPr lang="de-DE" sz="16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: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  <a:p>
          <a:pPr marL="0" indent="0" algn="l">
            <a:lnSpc>
              <a:spcPct val="90000"/>
            </a:lnSpc>
            <a:spcBef>
              <a:spcPts val="0"/>
            </a:spcBef>
            <a:spcAft>
              <a:spcPts val="503"/>
            </a:spcAft>
            <a:defRPr/>
          </a:pPr>
          <a:r>
            <a:rPr lang="de-DE" sz="12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Unzureichend getestete Features werden veröffentlicht</a:t>
          </a:r>
          <a:endParaRPr lang="de-DE" sz="1600" b="1" i="0" u="none" strike="noStrike" cap="none" spc="0">
            <a:solidFill>
              <a:schemeClr val="bg1"/>
            </a:solidFill>
            <a:latin typeface="Arial"/>
            <a:cs typeface="Arial"/>
          </a:endParaRPr>
        </a:p>
      </dsp:txBody>
      <dsp:txXfrm rot="16199999">
        <a:off x="4265381" y="3554484"/>
        <a:ext cx="4265381" cy="2132691"/>
      </dsp:txXfrm>
    </dsp:sp>
    <dsp:sp modelId="{87A1ED12-C174-40B8-BD7D-68454879CCC2}">
      <dsp:nvSpPr>
        <dsp:cNvPr id="0" name=""/>
        <dsp:cNvSpPr/>
      </dsp:nvSpPr>
      <dsp:spPr bwMode="auto">
        <a:xfrm rot="0" flipH="0" flipV="0">
          <a:off x="2985767" y="2132691"/>
          <a:ext cx="2559228" cy="142179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/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spcAft>
              <a:spcPts val="839"/>
            </a:spcAft>
            <a:defRPr/>
          </a:pPr>
          <a:r>
            <a:rPr lang="de-DE" b="0" i="0" u="none" strike="noStrike" cap="none" spc="0">
              <a:solidFill>
                <a:schemeClr val="dk1"/>
              </a:solidFill>
              <a:latin typeface="Arial"/>
              <a:ea typeface="Arial"/>
              <a:cs typeface="Arial"/>
            </a:rPr>
            <a:t>Langfristig wartbar, dokumentierbar und skalierbar</a:t>
          </a:r>
          <a:endParaRPr/>
        </a:p>
      </dsp:txBody>
      <dsp:txXfrm rot="0">
        <a:off x="3055173" y="2202097"/>
        <a:ext cx="2420416" cy="1282981"/>
      </dsp:txXfrm>
    </dsp:sp>
  </dsp:spTree>
</dsp:drawing>
</file>

<file path=ppt/diagrams/drawing1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35774847" name=""/>
      <dsp:cNvGrpSpPr/>
    </dsp:nvGrpSpPr>
    <dsp:grpSpPr bwMode="auto">
      <a:xfrm rot="0" flipH="0" flipV="0">
        <a:off x="0" y="0"/>
        <a:ext cx="7839323" cy="5226216"/>
        <a:chOff x="0" y="0"/>
        <a:chExt cx="7839323" cy="5226216"/>
      </a:xfrm>
    </dsp:grpSpPr>
    <dsp:sp modelId="{36BC81B3-D954-487F-8572-08FF30BA5991}">
      <dsp:nvSpPr>
        <dsp:cNvPr id="1012981730" name=""/>
        <dsp:cNvSpPr/>
      </dsp:nvSpPr>
      <dsp:spPr bwMode="auto">
        <a:xfrm rot="5399976">
          <a:off x="4657047" y="-1663916"/>
          <a:ext cx="1347383" cy="5017167"/>
        </a:xfrm>
        <a:prstGeom prst="round2SameRect">
          <a:avLst>
            <a:gd name="adj1" fmla="val 1666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57149" tIns="28574" rIns="57149" bIns="28574" numCol="1" spcCol="1268" rtlCol="0" fromWordArt="0" anchor="ctr" anchorCtr="0" forceAA="0" upright="0" compatLnSpc="0">
          <a:noAutofit/>
        </a:bodyPr>
        <a:lstStyle/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r>
            <a:rPr sz="1500"/>
            <a:t>Keine unangenehme Stille, Teilnehmer haben aktiv mitgemacht.</a:t>
          </a:r>
          <a:endParaRPr sz="1500"/>
        </a:p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r>
            <a:rPr sz="1500"/>
            <a:t>Auch innerhalb der Gruppenarbeit wurden dauerhaft Ideen diskutiert.</a:t>
          </a:r>
          <a:endParaRPr sz="1500"/>
        </a:p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endParaRPr sz="1500"/>
        </a:p>
      </dsp:txBody>
      <dsp:txXfrm rot="-5399976">
        <a:off x="2822155" y="236747"/>
        <a:ext cx="4951393" cy="1215835"/>
      </dsp:txXfrm>
    </dsp:sp>
    <dsp:sp modelId="{DA808C95-A978-4291-BDEE-37790F52CE8B}">
      <dsp:nvSpPr>
        <dsp:cNvPr id="169041223" name=""/>
        <dsp:cNvSpPr/>
      </dsp:nvSpPr>
      <dsp:spPr bwMode="auto">
        <a:xfrm>
          <a:off x="0" y="2550"/>
          <a:ext cx="2822156" cy="1684229"/>
        </a:xfrm>
        <a:prstGeom prst="roundRect">
          <a:avLst>
            <a:gd name="adj" fmla="val 16667"/>
          </a:avLst>
        </a:prstGeom>
        <a:solidFill>
          <a:srgbClr val="A1D6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159596" tIns="79798" rIns="159596" bIns="79798" numCol="1" spcCol="1268" rtlCol="0" fromWordArt="0" anchor="ctr" anchorCtr="0" forceAA="0" upright="0" compatLnSpc="0">
          <a:noAutofit/>
        </a:bodyPr>
        <a:lstStyle/>
        <a:p>
          <a:pPr algn="ctr">
            <a:spcAft>
              <a:spcPts val="964"/>
            </a:spcAft>
            <a:defRPr/>
          </a:pPr>
          <a:r>
            <a:rPr lang="de-DE" sz="2300" b="0" i="0" u="none" strike="noStrike" cap="none" spc="0">
              <a:solidFill>
                <a:schemeClr val="bg1"/>
              </a:solidFill>
              <a:latin typeface="+mn-lt"/>
              <a:ea typeface="+mn-ea"/>
              <a:cs typeface="+mn-cs"/>
            </a:rPr>
            <a:t>Gute </a:t>
          </a:r>
          <a:r>
            <a:rPr lang="de-DE" sz="23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Diskussionen </a:t>
          </a:r>
          <a:r>
            <a:rPr lang="de-DE" sz="23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rPr>
            <a:t>und Beträge </a:t>
          </a:r>
          <a:endParaRPr sz="2300">
            <a:solidFill>
              <a:schemeClr val="bg1"/>
            </a:solidFill>
          </a:endParaRPr>
        </a:p>
      </dsp:txBody>
      <dsp:txXfrm>
        <a:off x="0" y="84767"/>
        <a:ext cx="2657721" cy="1519794"/>
      </dsp:txXfrm>
    </dsp:sp>
    <dsp:sp modelId="{6091C815-8BF4-4B91-AA6F-5C12B2A82D36}">
      <dsp:nvSpPr>
        <dsp:cNvPr id="583122989" name=""/>
        <dsp:cNvSpPr/>
      </dsp:nvSpPr>
      <dsp:spPr bwMode="auto">
        <a:xfrm rot="5399976">
          <a:off x="4657047" y="104523"/>
          <a:ext cx="1347383" cy="5017167"/>
        </a:xfrm>
        <a:prstGeom prst="round2SameRect">
          <a:avLst>
            <a:gd name="adj1" fmla="val 1666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57149" tIns="28574" rIns="57149" bIns="28574" numCol="1" spcCol="1268" rtlCol="0" fromWordArt="0" anchor="ctr" anchorCtr="0" forceAA="0" upright="0" compatLnSpc="0">
          <a:noAutofit/>
        </a:bodyPr>
        <a:lstStyle/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r>
            <a:rPr sz="1500"/>
            <a:t>Nicht-Funktionale Anforderungen wurden gut ausgearbeitet (Idea-Napkin war ein guter Rahmen).</a:t>
          </a:r>
          <a:endParaRPr sz="1500"/>
        </a:p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r>
            <a:rPr sz="1500"/>
            <a:t>Dot-Voting war zur </a:t>
          </a:r>
          <a:r>
            <a:rPr lang="de-DE" sz="1500" b="0" i="0" u="none" strike="noStrike" cap="none" spc="0">
              <a:solidFill>
                <a:schemeClr val="dk1"/>
              </a:solidFill>
              <a:latin typeface="+mn-lt"/>
              <a:ea typeface="+mn-ea"/>
              <a:cs typeface="+mn-cs"/>
            </a:rPr>
            <a:t>Priorisierung</a:t>
          </a:r>
          <a:r>
            <a:rPr sz="1500"/>
            <a:t> gut geeignet.</a:t>
          </a:r>
          <a:endParaRPr sz="1500"/>
        </a:p>
      </dsp:txBody>
      <dsp:txXfrm rot="-5399976">
        <a:off x="2822155" y="2005189"/>
        <a:ext cx="4951393" cy="1215835"/>
      </dsp:txXfrm>
    </dsp:sp>
    <dsp:sp modelId="{69CD9EA8-132E-430A-B7E7-F9827430D15C}">
      <dsp:nvSpPr>
        <dsp:cNvPr id="623345355" name=""/>
        <dsp:cNvSpPr/>
      </dsp:nvSpPr>
      <dsp:spPr bwMode="auto">
        <a:xfrm>
          <a:off x="0" y="1770992"/>
          <a:ext cx="2822156" cy="1684229"/>
        </a:xfrm>
        <a:prstGeom prst="roundRect">
          <a:avLst>
            <a:gd name="adj" fmla="val 16667"/>
          </a:avLst>
        </a:prstGeom>
        <a:solidFill>
          <a:srgbClr val="A1D6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141179" tIns="70589" rIns="141179" bIns="70589" numCol="1" spcCol="1268" rtlCol="0" fromWordArt="0" anchor="ctr" anchorCtr="0" forceAA="0" upright="0" compatLnSpc="0">
          <a:noAutofit/>
        </a:bodyPr>
        <a:lstStyle/>
        <a:p>
          <a:pPr algn="ctr">
            <a:spcAft>
              <a:spcPts val="964"/>
            </a:spcAft>
            <a:defRPr/>
          </a:pPr>
          <a:r>
            <a:rPr lang="de-DE" sz="2300" b="0" i="0" u="none" strike="noStrike" cap="none" spc="0">
              <a:solidFill>
                <a:schemeClr val="bg1"/>
              </a:solidFill>
              <a:latin typeface="+mn-lt"/>
              <a:ea typeface="+mn-ea"/>
              <a:cs typeface="+mn-cs"/>
            </a:rPr>
            <a:t>Deliverables wurden erfüllt</a:t>
          </a:r>
          <a:endParaRPr sz="2300">
            <a:solidFill>
              <a:schemeClr val="bg1"/>
            </a:solidFill>
          </a:endParaRPr>
        </a:p>
      </dsp:txBody>
      <dsp:txXfrm>
        <a:off x="0" y="1853209"/>
        <a:ext cx="2657721" cy="1519794"/>
      </dsp:txXfrm>
    </dsp:sp>
    <dsp:sp modelId="{AACFBA33-2830-4AFB-8D3F-A4EAF50E0453}">
      <dsp:nvSpPr>
        <dsp:cNvPr id="287532252" name=""/>
        <dsp:cNvSpPr/>
      </dsp:nvSpPr>
      <dsp:spPr bwMode="auto">
        <a:xfrm rot="5399976">
          <a:off x="4657047" y="1872965"/>
          <a:ext cx="1347383" cy="5017167"/>
        </a:xfrm>
        <a:prstGeom prst="round2SameRect">
          <a:avLst>
            <a:gd name="adj1" fmla="val 1666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/>
        <a:p>
          <a:pPr>
            <a:lnSpc>
              <a:spcPct val="90000"/>
            </a:lnSpc>
            <a:defRPr/>
          </a:pPr>
          <a:endParaRPr/>
        </a:p>
        <a:p>
          <a:pPr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defRPr/>
          </a:pPr>
          <a:r>
            <a:rPr/>
            <a:t>Die (unfreiwillig) eingesparte Zeit zu Beginn konnten wir spontan für das World-Café nutzen. Die Einigung darauf war durch die Harmonie im Team schnell und unkompliziert.</a:t>
          </a:r>
          <a:endParaRPr/>
        </a:p>
      </dsp:txBody>
      <dsp:txXfrm rot="-5399976">
        <a:off x="2822155" y="3773631"/>
        <a:ext cx="4951393" cy="1215835"/>
      </dsp:txXfrm>
    </dsp:sp>
    <dsp:sp modelId="{A5D8FBCE-3F5E-413B-A1E0-0802D141B1E0}">
      <dsp:nvSpPr>
        <dsp:cNvPr id="961954047" name=""/>
        <dsp:cNvSpPr/>
      </dsp:nvSpPr>
      <dsp:spPr bwMode="auto">
        <a:xfrm>
          <a:off x="4297" y="3539434"/>
          <a:ext cx="2822156" cy="1684229"/>
        </a:xfrm>
        <a:prstGeom prst="roundRect">
          <a:avLst>
            <a:gd name="adj" fmla="val 16667"/>
          </a:avLst>
        </a:prstGeom>
        <a:solidFill>
          <a:srgbClr val="A1D6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141181" tIns="70590" rIns="141181" bIns="70590" numCol="1" spcCol="1268" rtlCol="0" fromWordArt="0" anchor="ctr" anchorCtr="0" forceAA="0" upright="0" compatLnSpc="0">
          <a:noAutofit/>
        </a:bodyPr>
        <a:lstStyle/>
        <a:p>
          <a:pPr algn="ctr">
            <a:spcAft>
              <a:spcPts val="964"/>
            </a:spcAft>
            <a:defRPr/>
          </a:pPr>
          <a:r>
            <a:rPr lang="de-DE" sz="2300" b="0" i="0" u="none" strike="noStrike" cap="none" spc="0">
              <a:solidFill>
                <a:schemeClr val="bg1"/>
              </a:solidFill>
              <a:latin typeface="+mn-lt"/>
              <a:ea typeface="+mn-ea"/>
              <a:cs typeface="+mn-cs"/>
            </a:rPr>
            <a:t>Zeitlich hat es zum Schluss super gepasst</a:t>
          </a:r>
          <a:endParaRPr sz="2300">
            <a:solidFill>
              <a:schemeClr val="bg1"/>
            </a:solidFill>
          </a:endParaRPr>
        </a:p>
      </dsp:txBody>
      <dsp:txXfrm>
        <a:off x="4297" y="3621651"/>
        <a:ext cx="2657721" cy="1519794"/>
      </dsp:txXfrm>
    </dsp:sp>
  </dsp:spTree>
</dsp:drawing>
</file>

<file path=ppt/diagrams/drawing15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693795217" name=""/>
      <dsp:cNvGrpSpPr/>
    </dsp:nvGrpSpPr>
    <dsp:grpSpPr bwMode="auto">
      <a:xfrm rot="0" flipH="0" flipV="0">
        <a:off x="0" y="0"/>
        <a:ext cx="7839325" cy="5226216"/>
        <a:chOff x="0" y="0"/>
        <a:chExt cx="7839325" cy="5226216"/>
      </a:xfrm>
    </dsp:grpSpPr>
    <dsp:sp modelId="{36BC81B3-D954-487F-8572-08FF30BA5991}">
      <dsp:nvSpPr>
        <dsp:cNvPr id="839690849" name=""/>
        <dsp:cNvSpPr/>
      </dsp:nvSpPr>
      <dsp:spPr bwMode="auto">
        <a:xfrm rot="5399976">
          <a:off x="4657048" y="-1663917"/>
          <a:ext cx="1347383" cy="5017168"/>
        </a:xfrm>
        <a:prstGeom prst="round2SameRect">
          <a:avLst>
            <a:gd name="adj1" fmla="val 1666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57150" tIns="28575" rIns="57150" bIns="28575" numCol="1" spcCol="1268" rtlCol="0" fromWordArt="0" anchor="ctr" anchorCtr="0" forceAA="0" upright="0" compatLnSpc="0">
          <a:noAutofit/>
        </a:bodyPr>
        <a:lstStyle/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r>
            <a:rPr sz="1500"/>
            <a:t>Konkrete Zahlen hätten das ganze gut untermalen können.</a:t>
          </a:r>
          <a:endParaRPr sz="1500"/>
        </a:p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r>
            <a:rPr sz="1500"/>
            <a:t>Kleinere interaktive Elemente (z.B. Rückfragen), um die Aufmerksamkeit der Zuhörer zu behalten.</a:t>
          </a:r>
          <a:endParaRPr sz="1500"/>
        </a:p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endParaRPr sz="1500"/>
        </a:p>
      </dsp:txBody>
      <dsp:txXfrm rot="-5399976">
        <a:off x="2822155" y="236748"/>
        <a:ext cx="4951394" cy="1215835"/>
      </dsp:txXfrm>
    </dsp:sp>
    <dsp:sp modelId="{DA808C95-A978-4291-BDEE-37790F52CE8B}">
      <dsp:nvSpPr>
        <dsp:cNvPr id="82284891" name=""/>
        <dsp:cNvSpPr/>
      </dsp:nvSpPr>
      <dsp:spPr bwMode="auto">
        <a:xfrm>
          <a:off x="0" y="2550"/>
          <a:ext cx="2822157" cy="1684230"/>
        </a:xfrm>
        <a:prstGeom prst="roundRect">
          <a:avLst>
            <a:gd name="adj" fmla="val 16667"/>
          </a:avLst>
        </a:prstGeom>
        <a:solidFill>
          <a:srgbClr val="D9A3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7629" tIns="43814" rIns="87629" bIns="43814" numCol="1" spcCol="1268" rtlCol="0" fromWordArt="0" anchor="ctr" anchorCtr="0" forceAA="0" upright="0" compatLnSpc="0">
          <a:noAutofit/>
        </a:bodyPr>
        <a:lstStyle/>
        <a:p>
          <a:pPr marL="0" lvl="0" indent="0" algn="ctr" defTabSz="2889249">
            <a:lnSpc>
              <a:spcPct val="90000"/>
            </a:lnSpc>
            <a:spcBef>
              <a:spcPts val="0"/>
            </a:spcBef>
            <a:spcAft>
              <a:spcPts val="964"/>
            </a:spcAft>
            <a:buNone/>
            <a:defRPr/>
          </a:pPr>
          <a:r>
            <a:rPr lang="de-DE" sz="2300" b="0" i="0" u="none" strike="noStrike" cap="none" spc="0">
              <a:solidFill>
                <a:schemeClr val="lt1"/>
              </a:solidFill>
              <a:latin typeface="+mn-lt"/>
              <a:ea typeface="+mn-ea"/>
              <a:cs typeface="+mn-cs"/>
            </a:rPr>
            <a:t>Problemanalyse war etwas trocken</a:t>
          </a:r>
          <a:endParaRPr sz="2300"/>
        </a:p>
      </dsp:txBody>
      <dsp:txXfrm>
        <a:off x="0" y="84768"/>
        <a:ext cx="2657722" cy="1519795"/>
      </dsp:txXfrm>
    </dsp:sp>
    <dsp:sp modelId="{6091C815-8BF4-4B91-AA6F-5C12B2A82D36}">
      <dsp:nvSpPr>
        <dsp:cNvPr id="1886247445" name=""/>
        <dsp:cNvSpPr/>
      </dsp:nvSpPr>
      <dsp:spPr bwMode="auto">
        <a:xfrm rot="5399976">
          <a:off x="4657048" y="104523"/>
          <a:ext cx="1347383" cy="5017168"/>
        </a:xfrm>
        <a:prstGeom prst="round2SameRect">
          <a:avLst>
            <a:gd name="adj1" fmla="val 1666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57150" tIns="28575" rIns="57150" bIns="28575" numCol="1" spcCol="1268" rtlCol="0" fromWordArt="0" anchor="ctr" anchorCtr="0" forceAA="0" upright="0" compatLnSpc="0">
          <a:noAutofit/>
        </a:bodyPr>
        <a:lstStyle/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r>
            <a:rPr sz="1500"/>
            <a:t>Ausführlichere Erklärung mit Negativ-Beispiel.</a:t>
          </a:r>
          <a:endParaRPr sz="1500"/>
        </a:p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r>
            <a:rPr sz="1500"/>
            <a:t>Kleine Übung/Quiz mit den Teilnehmern</a:t>
          </a:r>
          <a:r>
            <a:rPr sz="1500"/>
            <a:t>.</a:t>
          </a:r>
          <a:endParaRPr sz="1500"/>
        </a:p>
      </dsp:txBody>
      <dsp:txXfrm rot="-5399976">
        <a:off x="2822155" y="2005189"/>
        <a:ext cx="4951394" cy="1215835"/>
      </dsp:txXfrm>
    </dsp:sp>
    <dsp:sp modelId="{69CD9EA8-132E-430A-B7E7-F9827430D15C}">
      <dsp:nvSpPr>
        <dsp:cNvPr id="857639253" name=""/>
        <dsp:cNvSpPr/>
      </dsp:nvSpPr>
      <dsp:spPr bwMode="auto">
        <a:xfrm>
          <a:off x="0" y="1770992"/>
          <a:ext cx="2822157" cy="1684230"/>
        </a:xfrm>
        <a:prstGeom prst="roundRect">
          <a:avLst>
            <a:gd name="adj" fmla="val 16667"/>
          </a:avLst>
        </a:prstGeom>
        <a:solidFill>
          <a:srgbClr val="D9A3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7629" tIns="43814" rIns="87629" bIns="43814" numCol="1" spcCol="1268" rtlCol="0" fromWordArt="0" anchor="ctr" anchorCtr="0" forceAA="0" upright="0" compatLnSpc="0">
          <a:noAutofit/>
        </a:bodyPr>
        <a:lstStyle/>
        <a:p>
          <a:pPr marL="0" lvl="0" indent="0" algn="ctr" defTabSz="2889249">
            <a:lnSpc>
              <a:spcPct val="90000"/>
            </a:lnSpc>
            <a:spcBef>
              <a:spcPts val="0"/>
            </a:spcBef>
            <a:spcAft>
              <a:spcPts val="964"/>
            </a:spcAft>
            <a:buNone/>
            <a:defRPr/>
          </a:pPr>
          <a:r>
            <a:rPr lang="de-DE" sz="2300" b="0" i="0" u="none" strike="noStrike" cap="none" spc="0">
              <a:solidFill>
                <a:schemeClr val="lt1"/>
              </a:solidFill>
              <a:latin typeface="+mn-lt"/>
              <a:ea typeface="+mn-ea"/>
              <a:cs typeface="+mn-cs"/>
            </a:rPr>
            <a:t>Definition einer </a:t>
          </a:r>
          <a:r>
            <a:rPr lang="de-DE" sz="23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rPr>
            <a:t>Nicht-Funktionalen</a:t>
          </a:r>
          <a:r>
            <a:rPr lang="de-DE" sz="2300" b="0" i="0" u="none" strike="noStrike" cap="none" spc="0">
              <a:solidFill>
                <a:schemeClr val="lt1"/>
              </a:solidFill>
              <a:latin typeface="+mn-lt"/>
              <a:ea typeface="+mn-ea"/>
              <a:cs typeface="+mn-cs"/>
            </a:rPr>
            <a:t> Anforderung</a:t>
          </a:r>
          <a:r>
            <a:rPr sz="2300"/>
            <a:t> war zunächst unklar</a:t>
          </a:r>
          <a:endParaRPr sz="2300"/>
        </a:p>
      </dsp:txBody>
      <dsp:txXfrm>
        <a:off x="0" y="1853210"/>
        <a:ext cx="2657722" cy="1519795"/>
      </dsp:txXfrm>
    </dsp:sp>
    <dsp:sp modelId="{AACFBA33-2830-4AFB-8D3F-A4EAF50E0453}">
      <dsp:nvSpPr>
        <dsp:cNvPr id="1031531513" name=""/>
        <dsp:cNvSpPr/>
      </dsp:nvSpPr>
      <dsp:spPr bwMode="auto">
        <a:xfrm rot="5399976">
          <a:off x="4657048" y="1872965"/>
          <a:ext cx="1347383" cy="5017168"/>
        </a:xfrm>
        <a:prstGeom prst="round2SameRect">
          <a:avLst>
            <a:gd name="adj1" fmla="val 1666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bg1">
              <a:alpha val="9000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57150" tIns="28575" rIns="57150" bIns="28575" numCol="1" spcCol="1268" rtlCol="0" fromWordArt="0" anchor="ctr" anchorCtr="0" forceAA="0" upright="0" compatLnSpc="0">
          <a:noAutofit/>
        </a:bodyPr>
        <a:lstStyle/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r>
            <a:rPr sz="1500"/>
            <a:t>Für Gruppenarbeiten mehr Zeit einplanen, gerade wenn auch etwas aufgeschrieben/ausformuliert wird.</a:t>
          </a:r>
          <a:endParaRPr sz="1500"/>
        </a:p>
        <a:p>
          <a:pPr marL="115200" lvl="1" indent="-115200" algn="l" defTabSz="1644649">
            <a:lnSpc>
              <a:spcPct val="90000"/>
            </a:lnSpc>
            <a:spcBef>
              <a:spcPts val="0"/>
            </a:spcBef>
            <a:spcAft>
              <a:spcPts val="269"/>
            </a:spcAft>
            <a:buChar char="•"/>
            <a:defRPr/>
          </a:pPr>
          <a:r>
            <a:rPr sz="1500"/>
            <a:t>Eventuell ein Probelauf mit unbeteiligten Personen</a:t>
          </a:r>
          <a:r>
            <a:rPr sz="1500"/>
            <a:t>.</a:t>
          </a:r>
          <a:endParaRPr sz="1500"/>
        </a:p>
      </dsp:txBody>
      <dsp:txXfrm rot="-5399976">
        <a:off x="2822155" y="3773631"/>
        <a:ext cx="4951394" cy="1215835"/>
      </dsp:txXfrm>
    </dsp:sp>
    <dsp:sp modelId="{A5D8FBCE-3F5E-413B-A1E0-0802D141B1E0}">
      <dsp:nvSpPr>
        <dsp:cNvPr id="1841163340" name=""/>
        <dsp:cNvSpPr/>
      </dsp:nvSpPr>
      <dsp:spPr bwMode="auto">
        <a:xfrm>
          <a:off x="4298" y="3539435"/>
          <a:ext cx="2822157" cy="1684230"/>
        </a:xfrm>
        <a:prstGeom prst="roundRect">
          <a:avLst>
            <a:gd name="adj" fmla="val 16667"/>
          </a:avLst>
        </a:prstGeom>
        <a:solidFill>
          <a:srgbClr val="D9A3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7629" tIns="43814" rIns="87629" bIns="43814" numCol="1" spcCol="1268" rtlCol="0" fromWordArt="0" anchor="ctr" anchorCtr="0" forceAA="0" upright="0" compatLnSpc="0">
          <a:noAutofit/>
        </a:bodyPr>
        <a:lstStyle/>
        <a:p>
          <a:pPr marL="0" lvl="0" indent="0" algn="ctr" defTabSz="2889249">
            <a:lnSpc>
              <a:spcPct val="90000"/>
            </a:lnSpc>
            <a:spcBef>
              <a:spcPts val="0"/>
            </a:spcBef>
            <a:spcAft>
              <a:spcPts val="964"/>
            </a:spcAft>
            <a:buNone/>
            <a:defRPr/>
          </a:pPr>
          <a:r>
            <a:rPr sz="2300"/>
            <a:t>World-Café dauerte länger als gedacht</a:t>
          </a:r>
          <a:endParaRPr sz="2300"/>
        </a:p>
      </dsp:txBody>
      <dsp:txXfrm>
        <a:off x="4298" y="3621652"/>
        <a:ext cx="2657722" cy="1519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Name0">
    <dgm:alg type="composite"/>
    <dgm:shape rot="0.000000" type="none" r:blip="" blipPhldr="0" lkTxEntry="0" zOrderOff="0" hideGeom="0">
      <dgm:adjLst/>
    </dgm:shape>
    <dgm:presOf/>
    <dgm:constrLst>
      <dgm:constr type="w" for="ch" forName="fgShape" ptType="all" refPtType="all" refType="w" refFor="self" op="none" fact="0.920000" val="0"/>
      <dgm:constr type="h" for="ch" forName="fgShape" ptType="all" refPtType="all" refType="h" refFor="self" op="none" fact="0.150000" val="0"/>
      <dgm:constr type="b" for="ch" forName="fgShape" ptType="all" refPtType="all" refType="h" refFor="self" op="none" fact="0.950000" val="0"/>
      <dgm:constr type="ctrX" for="ch" forName="fgShape" ptType="all" refPtType="all" refType="w" refFor="self" op="none" fact="0.500000" val="0"/>
      <dgm:constr type="w" for="ch" forName="linComp" ptType="all" refPtType="all" refType="w" refFor="self" op="none" fact="1.000000" val="0"/>
      <dgm:constr type="h" for="ch" forName="linComp" ptType="all" refPtType="all" refType="h" refFor="self" op="none" fact="1.000000" val="0"/>
      <dgm:constr type="ctrX" for="ch" forName="linComp" ptType="all" refPtType="all" refType="w" refFor="self" op="none" fact="0.500000" val="0"/>
    </dgm:constrLst>
    <dgm:ruleLst/>
    <dgm:varLst>
      <dgm:dir val="norm"/>
      <dgm:resizeHandles val="exact"/>
    </dgm:varLst>
    <dgm:layoutNode name="fgShape" styleLbl="fgShp">
      <dgm:alg type="sp"/>
      <dgm:shape rot="0.000000" type="leftRightArrow" r:blip="" blipPhldr="0" lkTxEntry="0" zOrderOff="99999" hideGeom="0">
        <dgm:adjLst/>
      </dgm:shape>
      <dgm:presOf/>
      <dgm:constrLst/>
      <dgm:ruleLst/>
    </dgm:layoutNode>
    <dgm:layoutNode name="linComp">
      <dgm:shape rot="0.000000" type="none" r:blip="" blipPhldr="0" lkTxEntry="0" zOrderOff="0" hideGeom="0">
        <dgm:adjLst/>
      </dgm:shape>
      <dgm:presOf/>
      <dgm:constrLst>
        <dgm:constr type="w" for="ch" forName="compNode" ptType="all" refPtType="all" refType="w" refFor="self" op="none" fact="1.000000" val="0"/>
        <dgm:constr type="h" for="ch" forName="compNode" ptType="all" refPtType="all" refType="h" refFor="self" op="none" fact="1.000000" val="0"/>
        <dgm:constr type="w" for="ch" ptType="sibTrans" refPtType="all" refType="w" refFor="ch" refForName="compNode" op="none" fact="0.030000" val="0"/>
        <dgm:constr type="primFontSz" for="des" ptType="node" refPtType="all" refType="none" refFor="self" op="equ" fact="1.000000" val="65"/>
      </dgm:constrLst>
      <dgm:ruleLst/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forEach name="nodesForEach" axis="ch" ptType="node">
        <dgm:layoutNode name="compNode">
          <dgm:alg type="composite"/>
          <dgm:shape rot="0.000000" type="none" r:blip="" blipPhldr="0" lkTxEntry="0" zOrderOff="0" hideGeom="0">
            <dgm:adjLst/>
          </dgm:shape>
          <dgm:presOf/>
          <dgm:constrLst>
            <dgm:constr type="w" for="ch" forName="bkgdShape" ptType="all" refPtType="all" refType="w" refFor="self" op="none" fact="1.000000" val="0"/>
            <dgm:constr type="h" for="ch" forName="bkgdShape" ptType="all" refPtType="all" refType="h" refFor="self" op="none" fact="1.000000" val="0"/>
            <dgm:constr type="w" for="ch" forName="nodeTx" ptType="all" refPtType="all" refType="w" refFor="self" op="none" fact="1.000000" val="0"/>
            <dgm:constr type="h" for="ch" forName="nodeTx" ptType="all" refPtType="all" refType="h" refFor="self" op="none" fact="0.400000" val="0"/>
            <dgm:constr type="b" for="ch" forName="nodeTx" ptType="all" refPtType="all" refType="h" refFor="self" op="none" fact="0.800000" val="0"/>
            <dgm:constr type="w" for="ch" forName="invisiNode" ptType="all" refPtType="all" refType="w" refFor="self" op="none" fact="0.010000" val="0"/>
            <dgm:constr type="h" for="ch" forName="invisiNode" ptType="all" refPtType="all" refType="h" refFor="self" op="none" fact="0.060000" val="0"/>
            <dgm:constr type="t" for="ch" forName="invisiNode" ptType="all" refPtType="all" refType="none" refFor="self" op="none" fact="1.000000" val="0"/>
            <dgm:constr type="ctrX" for="ch" forName="invisiNode" ptType="all" refPtType="all" refType="w" refFor="self" op="none" fact="0.500000" val="0"/>
            <dgm:constr type="h" for="ch" forName="imagNode" ptType="all" refPtType="all" refType="h" refFor="self" op="none" fact="0.333000" val="0"/>
            <dgm:constr type="w" for="ch" forName="imagNode" ptType="all" refPtType="all" refType="h" refFor="ch" refForName="imagNode" op="none" fact="1.000000" val="0"/>
            <dgm:constr type="ctrX" for="ch" forName="imagNode" ptType="all" refPtType="all" refType="w" refFor="self" op="none" fact="0.500000" val="0"/>
            <dgm:constr type="t" for="ch" forName="imagNode" ptType="all" refPtType="all" refType="h" refFor="self" op="none" fact="0.060000" val="0"/>
            <dgm:constr type="w" for="ch" forName="imagNode" ptType="all" refPtType="all" refType="w" refFor="self" op="lte" fact="0.940000" val="0"/>
          </dgm:constrLst>
          <dgm:ruleLst/>
          <dgm:layoutNode name="bkgdShape">
            <dgm:alg type="sp"/>
            <dgm:shape rot="0.000000" type="roundRect" r:blip="" blipPhldr="0" lkTxEntry="0" zOrderOff="0" hideGeom="0">
              <dgm:adjLst>
                <dgm:adj idx="1" val="0.100000"/>
              </dgm:adjLst>
            </dgm:shape>
            <dgm:presOf axis="desOrSelf" ptType="node"/>
            <dgm:constrLst/>
            <dgm:ruleLst/>
          </dgm:layoutNode>
          <dgm:layoutNode name="nodeTx">
            <dgm:alg type="tx">
              <dgm:param type="txAnchorVert" val="mid"/>
              <dgm:param type="txAnchorHorzCh" val="ctr"/>
              <dgm:param type="stBulletLvl" val="2"/>
            </dgm:alg>
            <dgm:shape rot="0.000000" type="rect" r:blip="" blipPhldr="0" lkTxEntry="0" zOrderOff="0" hideGeom="1">
              <dgm:adjLst/>
            </dgm:shape>
            <dgm:presOf axis="desOrSelf" ptType="node"/>
            <dgm:constrLst/>
            <dgm:ruleLst>
              <dgm:rule type="primFontSz" for="self" ptType="all" val="5" fact="NaN" max="NaN"/>
            </dgm:ruleLst>
            <dgm:varLst>
              <dgm:bulletEnabled val="1"/>
            </dgm:varLst>
          </dgm:layoutNode>
          <dgm:layoutNode name="invisiNode">
            <dgm:alg type="sp"/>
            <dgm:shape rot="0.000000" type="roundRect" r:blip="" blipPhldr="0" lkTxEntry="0" zOrderOff="0" hideGeom="1">
              <dgm:adjLst>
                <dgm:adj idx="1" val="0.100000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rot="0.000000" type="ellipse" r:blip="" blipPhldr="1" lkTxEntry="0" zOrderOff="0" hideGeom="0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rot="0.000000" type="rect" r:blip="" blipPhldr="0" lkTxEntry="0" zOrderOff="0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 type="node">
          <dgm:prSet phldr="1"/>
        </dgm:pt>
        <dgm:pt modelId="11" type="node">
          <dgm:prSet phldr="1"/>
        </dgm:pt>
        <dgm:pt modelId="20" type="node">
          <dgm:prSet phldr="1"/>
        </dgm:pt>
        <dgm:pt modelId="21" type="node">
          <dgm:prSet phldr="1"/>
        </dgm:pt>
        <dgm:pt modelId="30" type="node">
          <dgm:prSet phldr="1"/>
        </dgm:pt>
        <dgm:pt modelId="31" type="node">
          <dgm:prSet phldr="1"/>
        </dgm:pt>
      </dgm:ptLst>
      <dgm:cxnLst>
        <dgm:cxn modelId="40" type="parOf" srcId="0" destId="10" srcOrd="0" destOrd="0"/>
        <dgm:cxn modelId="12" type="parOf" srcId="10" destId="11" srcOrd="0" destOrd="0"/>
        <dgm:cxn modelId="50" type="parOf" srcId="0" destId="20" srcOrd="1" destOrd="0"/>
        <dgm:cxn modelId="22" type="parOf" srcId="20" destId="21" srcOrd="0" destOrd="0"/>
        <dgm:cxn modelId="60" type="parOf" srcId="0" destId="30" srcOrd="1" destOrd="0"/>
        <dgm:cxn modelId="32" type="parOf" srcId="30" destId="31" srcOrd="0" destOrd="0"/>
      </dgm:cxnLst>
      <dgm:bg/>
      <dgm:whole/>
    </dgm:dataModel>
  </dgm:sampData>
  <dgm:styleData>
    <dgm:dataModel>
      <dgm:ptLst>
        <dgm:pt modelId="0" type="doc"/>
        <dgm:pt modelId="10" type="node">
          <dgm:prSet phldr="1"/>
        </dgm:pt>
        <dgm:pt modelId="20" type="node">
          <dgm:prSet phldr="1"/>
        </dgm:pt>
      </dgm:ptLst>
      <dgm:cxnLst>
        <dgm:cxn modelId="60" type="parOf" srcId="0" destId="10" srcOrd="0" destOrd="0"/>
        <dgm:cxn modelId="70" type="parOf" srcId="0" destId="20" srcOrd="1" destOrd="0"/>
      </dgm:cxnLst>
      <dgm:bg/>
      <dgm:whole/>
    </dgm:dataModel>
  </dgm:styleData>
  <dgm:clrData>
    <dgm:dataModel>
      <dgm:ptLst>
        <dgm:pt modelId="0" type="doc"/>
        <dgm:pt modelId="10" type="node">
          <dgm:prSet phldr="1"/>
        </dgm:pt>
        <dgm:pt modelId="20" type="node">
          <dgm:prSet phldr="1"/>
        </dgm:pt>
        <dgm:pt modelId="30" type="node">
          <dgm:prSet phldr="1"/>
        </dgm:pt>
        <dgm:pt modelId="40" type="node">
          <dgm:prSet phldr="1"/>
        </dgm:pt>
      </dgm:ptLst>
      <dgm:cxnLst>
        <dgm:cxn modelId="60" type="parOf" srcId="0" destId="10" srcOrd="0" destOrd="0"/>
        <dgm:cxn modelId="70" type="parOf" srcId="0" destId="20" srcOrd="1" destOrd="0"/>
        <dgm:cxn modelId="80" type="parOf" srcId="0" destId="30" srcOrd="2" destOrd="0"/>
        <dgm:cxn modelId="90" type="parOf" srcId="0" destId="40" srcOrd="3" destOrd="0"/>
      </dgm:cxnLst>
      <dgm:bg/>
      <dgm:whole/>
    </dgm:dataModel>
  </dgm:clrData>
  <dgm:layoutNode name="root">
    <dgm:alg type="composite"/>
    <dgm:shape rot="0.000000" type="none" r:blip="" blipPhldr="0" lkTxEntry="0" zOrderOff="0" hideGeom="0">
      <dgm:adjLst/>
    </dgm:shape>
    <dgm:constrLst>
      <dgm:constr type="w" for="ch" forName="divider" ptType="all" refPtType="all" refType="w" refFor="self" op="none" fact="1.000000" val="0"/>
      <dgm:constr type="h" for="ch" forName="divider" ptType="all" refPtType="all" refType="none" refFor="self" op="none" fact="1.000000" val="0"/>
      <dgm:constr type="ctrY" for="ch" forName="divider" ptType="all" refPtType="all" refType="h" refFor="self" op="none" fact="0.500000" val="0"/>
      <dgm:constr type="l" for="ch" forName="divider" ptType="all" refPtType="all" refType="none" refFor="self" op="none" fact="1.000000" val="0"/>
      <dgm:constr type="w" for="ch" forName="nodes" ptType="all" refPtType="all" refType="w" refFor="self" op="none" fact="1.000000" val="0"/>
      <dgm:constr type="h" for="ch" forName="nodes" ptType="all" refPtType="all" refType="h" refFor="self" op="none" fact="0.800000" val="0"/>
      <dgm:constr type="ctrY" for="ch" forName="nodes" ptType="all" refPtType="all" refType="h" refFor="self" op="none" fact="0.500000" val="0"/>
    </dgm:constrLst>
    <dgm:varLst>
      <dgm:chMax val="0"/>
      <dgm:chPref val="0"/>
      <dgm:animLvl val="lvl"/>
    </dgm:varLst>
    <dgm:layoutNode name="divider" styleLbl="fgAcc1">
      <dgm:alg type="sp"/>
      <dgm:presOf/>
      <dgm:constrLst/>
      <dgm:ruleLst/>
      <dgm:choose name="ArrowShape">
        <dgm:if name="ArrowShapeLTR" func="var" arg="dir" op="equ" val="norm">
          <dgm:shape rot="0.000000" type="line" r:blip="" blipPhldr="0" lkTxEntry="0" zOrderOff="-1" hideGeom="0">
            <dgm:adjLst/>
          </dgm:shape>
        </dgm:if>
        <dgm:else name="ArrowShapeRTL">
          <dgm:shape rot="0.000000" type="line" r:blip="" blipPhldr="0" lkTxEntry="0" zOrderOff="-1" hideGeom="0">
            <dgm:adjLst/>
          </dgm:shape>
        </dgm:else>
      </dgm:choose>
    </dgm:layoutNode>
    <dgm:layoutNode name="nodes">
      <dgm:shape rot="0.000000" type="none" r:blip="" blipPhldr="0" lkTxEntry="0" zOrderOff="0" hideGeom="0">
        <dgm:adjLst/>
      </dgm:shape>
      <dgm:constrLst>
        <dgm:constr type="primFontSz" for="des" forName="L1TextContainer" ptType="all" refPtType="all" refType="none" refFor="self" op="none" fact="1.000000" val="20"/>
        <dgm:constr type="primFontSz" for="des" forName="L2TextContainer" ptType="all" refPtType="all" refType="primFontSz" refFor="des" refForName="L1TextContainer" op="equ" fact="0.750000" val="0"/>
        <dgm:constr type="w" for="ch" forName="composite" ptType="all" refPtType="all" refType="w" refFor="self" op="none" fact="1.000000" val="0"/>
        <dgm:constr type="h" for="ch" forName="composite" ptType="all" refPtType="all" refType="h" refFor="self" op="none" fact="1.000000" val="0"/>
        <dgm:constr type="w" for="ch" forName="spaceBetweenRectangles" ptType="all" refPtType="all" refType="w" refFor="ch" refForName="composite" op="none" fact="-0.500000" val="0"/>
        <dgm:constr type="w" for="ch" ptType="sibTrans" refPtType="all" refType="none" refFor="self" op="equ" fact="1.000000" val="0"/>
        <dgm:constr type="primFontSz" for="des" forName="L1TextContainer" ptType="all" refPtType="all" refType="none" refFor="self" op="equ" fact="1.000000" val="0"/>
        <dgm:constr type="primFontSz" for="des" forName="L2TextContainer" ptType="all" refPtType="all" refType="none" refFor="self" op="equ" fact="1.000000" val="0"/>
        <dgm:constr type="primFontSz" for="des" forName="L1TextContainer1" ptType="all" refPtType="all" refType="none" refFor="self" op="none" fact="1.000000" val="20"/>
        <dgm:constr type="primFontSz" for="des" forName="L2TextContainer1" ptType="all" refPtType="all" refType="primFontSz" refFor="des" refForName="L1TextContainer1" op="equ" fact="0.750000" val="0"/>
        <dgm:constr type="w" for="ch" forName="composite1" ptType="all" refPtType="all" refType="w" refFor="self" op="none" fact="1.000000" val="0"/>
        <dgm:constr type="h" for="ch" forName="composite1" ptType="all" refPtType="all" refType="h" refFor="self" op="none" fact="1.000000" val="0"/>
        <dgm:constr type="w" for="ch" forName="spaceBetweenRectangles1" ptType="all" refPtType="all" refType="w" refFor="ch" refForName="composite1" op="none" fact="0.280000" val="0"/>
        <dgm:constr type="primFontSz" for="des" forName="L1TextContainer1" ptType="all" refPtType="all" refType="none" refFor="self" op="equ" fact="1.000000" val="0"/>
        <dgm:constr type="primFontSz" for="des" forName="L2TextContainer1" ptType="all" refPtType="all" refType="none" refFor="self" op="equ" fact="1.000000" val="0"/>
      </dgm:constrLst>
      <dgm:varLst>
        <dgm:chMax val="0"/>
        <dgm:chPref val="0"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choose name="LayoutBasedOnCountOfNodes">
        <dgm:if name="LessThanOrEqualToTwoNodes" axis="ch" ptType="node" func="cnt" arg="none" op="lte" val="2">
          <dgm:forEach name="nodesForEach1" axis="ch" ptType="node">
            <dgm:layoutNode name="composite1">
              <dgm:alg type="composite"/>
              <dgm:shape rot="0.000000" type="none" r:blip="" blipPhldr="0" lkTxEntry="0" zOrderOff="0" hideGeom="0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arg="none" op="equ" val="1">
                      <dgm:constrLst>
                        <dgm:constr type="w" for="ch" forName="ConnectorPoint1" ptType="all" refPtType="all" refType="h" refFor="ch" refForName="DropPinPlaceHolder1" op="none" fact="0.180000" val="0"/>
                        <dgm:constr type="h" for="ch" forName="ConnectorPoint1" ptType="all" refPtType="all" refType="h" refFor="ch" refForName="DropPinPlaceHolder1" op="none" fact="0.180000" val="0"/>
                        <dgm:constr type="ctrX" for="ch" forName="ConnectorPoint1" ptType="all" refPtType="all" refType="ctrX" refFor="ch" refForName="ConnectLine1" op="none" fact="1.000000" val="0"/>
                        <dgm:constr type="ctrY" for="ch" forName="ConnectorPoint1" ptType="all" refPtType="all" refType="h" refFor="self" op="none" fact="0.500000" val="0"/>
                        <dgm:constr type="w" for="ch" forName="DropPinPlaceHolder1" ptType="all" refPtType="all" refType="h" refFor="self" op="none" fact="0.130000" val="0"/>
                        <dgm:constr type="h" for="ch" forName="DropPinPlaceHolder1" ptType="all" refPtType="all" refType="h" refFor="self" op="none" fact="0.130000" val="0"/>
                        <dgm:constr type="t" for="ch" forName="DropPinPlaceHolder1" ptType="all" refPtType="all" refType="h" refFor="self" op="none" fact="0.000000" val="0"/>
                        <dgm:constr type="l" for="ch" forName="DropPinPlaceHolder1" ptType="all" refPtType="all" refType="w" refFor="self" op="none" fact="0.000000" val="0"/>
                        <dgm:constr type="w" for="ch" forName="L2TextContainer1" ptType="all" refPtType="all" refType="w" refFor="self" op="none" fact="0.830000" val="0"/>
                        <dgm:constr type="l" for="ch" forName="L2TextContainer1" ptType="all" refPtType="all" refType="r" refFor="ch" refForName="DropPinPlaceHolder1" op="none" fact="1.000000" val="0"/>
                        <dgm:constr type="t" for="ch" forName="L2TextContainer1" ptType="all" refPtType="all" refType="b" refFor="ch" refForName="DropPinPlaceHolder1" op="none" fact="1.000000" val="0"/>
                        <dgm:constr type="b" for="ch" forName="L2TextContainer1" ptType="all" refPtType="all" refType="h" refFor="self" op="none" fact="0.500000" val="0"/>
                        <dgm:constr type="w" for="ch" forName="L1TextContainer1" ptType="all" refPtType="all" refType="w" refFor="self" op="none" fact="0.830000" val="0"/>
                        <dgm:constr type="l" for="ch" forName="L1TextContainer1" ptType="all" refPtType="all" refType="r" refFor="ch" refForName="DropPinPlaceHolder1" op="none" fact="1.000000" val="0"/>
                        <dgm:constr type="b" for="ch" forName="L1TextContainer1" ptType="all" refPtType="all" refType="b" refFor="ch" refForName="DropPinPlaceHolder1" op="none" fact="1.000000" val="0"/>
                        <dgm:constr type="t" for="ch" forName="L1TextContainer1" ptType="all" refPtType="all" refType="t" refFor="ch" refForName="DropPinPlaceHolder1" op="none" fact="1.000000" val="0"/>
                        <dgm:constr type="w" for="ch" forName="ConnectLine1" ptType="all" refPtType="all" refType="none" refFor="self" op="none" fact="1.000000" val="0"/>
                        <dgm:constr type="ctrX" for="ch" forName="ConnectLine1" ptType="all" refPtType="all" refType="ctrX" refFor="ch" refForName="DropPinPlaceHolder1" op="none" fact="1.000000" val="0"/>
                        <dgm:constr type="b" for="ch" forName="ConnectLine1" ptType="all" refPtType="all" refType="h" refFor="self" op="none" fact="0.500000" val="0"/>
                        <dgm:constr type="t" for="ch" forName="ConnectLine1" ptType="all" refPtType="all" refType="b" refFor="ch" refForName="DropPinPlaceHolder1" op="none" fact="1.000000" val="0"/>
                        <dgm:constr type="w" for="ch" forName="EmptyPlaceHolder1" ptType="all" refPtType="all" refType="w" refFor="self" op="none" fact="1.000000" val="0"/>
                        <dgm:constr type="h" for="ch" forName="EmptyPlaceHolder1" ptType="all" refPtType="all" refType="h" refFor="self" op="none" fact="0.500000" val="0"/>
                        <dgm:constr type="t" for="ch" forName="EmptyPlaceHolder1" ptType="all" refPtType="all" refType="h" refFor="self" op="none" fact="0.500000" val="0"/>
                      </dgm:constrLst>
                    </dgm:if>
                    <dgm:else name="CaseForPlacingNodeBelowDividerLTR1">
                      <dgm:constrLst>
                        <dgm:constr type="w" for="ch" forName="ConnectorPoint1" ptType="all" refPtType="all" refType="h" refFor="ch" refForName="DropPinPlaceHolder1" op="none" fact="0.180000" val="0"/>
                        <dgm:constr type="h" for="ch" forName="ConnectorPoint1" ptType="all" refPtType="all" refType="h" refFor="ch" refForName="DropPinPlaceHolder1" op="none" fact="0.180000" val="0"/>
                        <dgm:constr type="ctrX" for="ch" forName="ConnectorPoint1" ptType="all" refPtType="all" refType="ctrX" refFor="ch" refForName="ConnectLine1" op="none" fact="1.000000" val="0"/>
                        <dgm:constr type="ctrY" for="ch" forName="ConnectorPoint1" ptType="all" refPtType="all" refType="h" refFor="self" op="none" fact="0.500000" val="0"/>
                        <dgm:constr type="w" for="ch" forName="DropPinPlaceHolder1" ptType="all" refPtType="all" refType="h" refFor="self" op="none" fact="0.130000" val="0"/>
                        <dgm:constr type="h" for="ch" forName="DropPinPlaceHolder1" ptType="all" refPtType="all" refType="h" refFor="self" op="none" fact="0.130000" val="0"/>
                        <dgm:constr type="b" for="ch" forName="DropPinPlaceHolder1" ptType="all" refPtType="all" refType="h" refFor="self" op="none" fact="1.000000" val="0"/>
                        <dgm:constr type="l" for="ch" forName="DropPinPlaceHolder1" ptType="all" refPtType="all" refType="w" refFor="self" op="none" fact="0.000000" val="0"/>
                        <dgm:constr type="w" for="ch" forName="L2TextContainer1" ptType="all" refPtType="all" refType="w" refFor="self" op="none" fact="0.830000" val="0"/>
                        <dgm:constr type="l" for="ch" forName="L2TextContainer1" ptType="all" refPtType="all" refType="r" refFor="ch" refForName="DropPinPlaceHolder1" op="none" fact="1.000000" val="0"/>
                        <dgm:constr type="b" for="ch" forName="L2TextContainer1" ptType="all" refPtType="all" refType="t" refFor="ch" refForName="DropPinPlaceHolder1" op="none" fact="1.000000" val="0"/>
                        <dgm:constr type="t" for="ch" forName="L2TextContainer1" ptType="all" refPtType="all" refType="h" refFor="self" op="none" fact="0.500000" val="0"/>
                        <dgm:constr type="w" for="ch" forName="L1TextContainer1" ptType="all" refPtType="all" refType="w" refFor="self" op="none" fact="0.830000" val="0"/>
                        <dgm:constr type="l" for="ch" forName="L1TextContainer1" ptType="all" refPtType="all" refType="r" refFor="ch" refForName="DropPinPlaceHolder1" op="none" fact="1.000000" val="0"/>
                        <dgm:constr type="b" for="ch" forName="L1TextContainer1" ptType="all" refPtType="all" refType="b" refFor="ch" refForName="DropPinPlaceHolder1" op="none" fact="1.000000" val="0"/>
                        <dgm:constr type="t" for="ch" forName="L1TextContainer1" ptType="all" refPtType="all" refType="t" refFor="ch" refForName="DropPinPlaceHolder1" op="none" fact="1.000000" val="0"/>
                        <dgm:constr type="w" for="ch" forName="ConnectLine1" ptType="all" refPtType="all" refType="none" refFor="self" op="none" fact="1.000000" val="0"/>
                        <dgm:constr type="ctrX" for="ch" forName="ConnectLine1" ptType="all" refPtType="all" refType="ctrX" refFor="ch" refForName="DropPinPlaceHolder1" op="none" fact="1.000000" val="0"/>
                        <dgm:constr type="t" for="ch" forName="ConnectLine1" ptType="all" refPtType="all" refType="h" refFor="self" op="none" fact="0.500000" val="0"/>
                        <dgm:constr type="b" for="ch" forName="ConnectLine1" ptType="all" refPtType="all" refType="t" refFor="ch" refForName="DropPinPlaceHolder1" op="none" fact="1.000000" val="0"/>
                        <dgm:constr type="w" for="ch" forName="EmptyPlaceHolder1" ptType="all" refPtType="all" refType="w" refFor="self" op="none" fact="1.000000" val="0"/>
                        <dgm:constr type="h" for="ch" forName="EmptyPlaceHolder1" ptType="all" refPtType="all" refType="h" refFor="self" op="none" fact="0.500000" val="0"/>
                        <dgm:constr type="t" for="ch" forName="EmptyPlaceHolder1" ptType="all" refPtType="all" refType="h" refFor="self" op="none" fact="0.000000" val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arg="none" op="equ" val="1">
                      <dgm:constrLst>
                        <dgm:constr type="w" for="ch" forName="ConnectorPoint1" ptType="all" refPtType="all" refType="h" refFor="ch" refForName="DropPinPlaceHolder1" op="none" fact="0.180000" val="0"/>
                        <dgm:constr type="h" for="ch" forName="ConnectorPoint1" ptType="all" refPtType="all" refType="h" refFor="ch" refForName="DropPinPlaceHolder1" op="none" fact="0.180000" val="0"/>
                        <dgm:constr type="ctrX" for="ch" forName="ConnectorPoint1" ptType="all" refPtType="all" refType="ctrX" refFor="ch" refForName="ConnectLine1" op="none" fact="1.000000" val="0"/>
                        <dgm:constr type="ctrY" for="ch" forName="ConnectorPoint1" ptType="all" refPtType="all" refType="h" refFor="self" op="none" fact="0.500000" val="0"/>
                        <dgm:constr type="w" for="ch" forName="DropPinPlaceHolder1" ptType="all" refPtType="all" refType="h" refFor="self" op="none" fact="0.130000" val="0"/>
                        <dgm:constr type="h" for="ch" forName="DropPinPlaceHolder1" ptType="all" refPtType="all" refType="h" refFor="self" op="none" fact="0.130000" val="0"/>
                        <dgm:constr type="t" for="ch" forName="DropPinPlaceHolder1" ptType="all" refPtType="all" refType="h" refFor="self" op="none" fact="0.000000" val="0"/>
                        <dgm:constr type="l" for="ch" forName="DropPinPlaceHolder1" ptType="all" refPtType="all" refType="w" refFor="self" op="none" fact="0.000000" val="0"/>
                        <dgm:constr type="w" for="ch" forName="L2TextContainer1" ptType="all" refPtType="all" refType="w" refFor="self" op="none" fact="0.830000" val="0"/>
                        <dgm:constr type="l" for="ch" forName="L2TextContainer1" ptType="all" refPtType="all" refType="r" refFor="ch" refForName="DropPinPlaceHolder1" op="none" fact="1.000000" val="0"/>
                        <dgm:constr type="t" for="ch" forName="L2TextContainer1" ptType="all" refPtType="all" refType="b" refFor="ch" refForName="DropPinPlaceHolder1" op="none" fact="1.000000" val="0"/>
                        <dgm:constr type="b" for="ch" forName="L2TextContainer1" ptType="all" refPtType="all" refType="h" refFor="self" op="none" fact="0.500000" val="0"/>
                        <dgm:constr type="w" for="ch" forName="L1TextContainer1" ptType="all" refPtType="all" refType="w" refFor="self" op="none" fact="0.830000" val="0"/>
                        <dgm:constr type="l" for="ch" forName="L1TextContainer1" ptType="all" refPtType="all" refType="r" refFor="ch" refForName="DropPinPlaceHolder1" op="none" fact="1.000000" val="0"/>
                        <dgm:constr type="b" for="ch" forName="L1TextContainer1" ptType="all" refPtType="all" refType="b" refFor="ch" refForName="DropPinPlaceHolder1" op="none" fact="1.000000" val="0"/>
                        <dgm:constr type="t" for="ch" forName="L1TextContainer1" ptType="all" refPtType="all" refType="t" refFor="ch" refForName="DropPinPlaceHolder1" op="none" fact="1.000000" val="0"/>
                        <dgm:constr type="w" for="ch" forName="ConnectLine1" ptType="all" refPtType="all" refType="none" refFor="self" op="none" fact="1.000000" val="0"/>
                        <dgm:constr type="ctrX" for="ch" forName="ConnectLine1" ptType="all" refPtType="all" refType="ctrX" refFor="ch" refForName="DropPinPlaceHolder1" op="none" fact="1.000000" val="0"/>
                        <dgm:constr type="b" for="ch" forName="ConnectLine1" ptType="all" refPtType="all" refType="h" refFor="self" op="none" fact="0.500000" val="0"/>
                        <dgm:constr type="t" for="ch" forName="ConnectLine1" ptType="all" refPtType="all" refType="b" refFor="ch" refForName="DropPinPlaceHolder1" op="none" fact="1.000000" val="0"/>
                        <dgm:constr type="w" for="ch" forName="EmptyPlaceHolder1" ptType="all" refPtType="all" refType="w" refFor="self" op="none" fact="1.000000" val="0"/>
                        <dgm:constr type="h" for="ch" forName="EmptyPlaceHolder1" ptType="all" refPtType="all" refType="h" refFor="self" op="none" fact="0.500000" val="0"/>
                        <dgm:constr type="t" for="ch" forName="EmptyPlaceHolder1" ptType="all" refPtType="all" refType="h" refFor="self" op="none" fact="0.500000" val="0"/>
                      </dgm:constrLst>
                    </dgm:if>
                    <dgm:else name="CaseForPlacingNodeBelowDividerRTL1">
                      <dgm:constrLst>
                        <dgm:constr type="w" for="ch" forName="ConnectorPoint1" ptType="all" refPtType="all" refType="h" refFor="ch" refForName="DropPinPlaceHolder1" op="none" fact="0.180000" val="0"/>
                        <dgm:constr type="h" for="ch" forName="ConnectorPoint1" ptType="all" refPtType="all" refType="h" refFor="ch" refForName="DropPinPlaceHolder1" op="none" fact="0.180000" val="0"/>
                        <dgm:constr type="ctrX" for="ch" forName="ConnectorPoint1" ptType="all" refPtType="all" refType="ctrX" refFor="ch" refForName="ConnectLine1" op="none" fact="1.000000" val="0"/>
                        <dgm:constr type="ctrY" for="ch" forName="ConnectorPoint1" ptType="all" refPtType="all" refType="h" refFor="self" op="none" fact="0.500000" val="0"/>
                        <dgm:constr type="w" for="ch" forName="DropPinPlaceHolder1" ptType="all" refPtType="all" refType="h" refFor="self" op="none" fact="0.130000" val="0"/>
                        <dgm:constr type="h" for="ch" forName="DropPinPlaceHolder1" ptType="all" refPtType="all" refType="h" refFor="self" op="none" fact="0.130000" val="0"/>
                        <dgm:constr type="b" for="ch" forName="DropPinPlaceHolder1" ptType="all" refPtType="all" refType="h" refFor="self" op="none" fact="1.000000" val="0"/>
                        <dgm:constr type="l" for="ch" forName="DropPinPlaceHolder1" ptType="all" refPtType="all" refType="w" refFor="self" op="none" fact="0.000000" val="0"/>
                        <dgm:constr type="w" for="ch" forName="L2TextContainer1" ptType="all" refPtType="all" refType="w" refFor="self" op="none" fact="0.830000" val="0"/>
                        <dgm:constr type="l" for="ch" forName="L2TextContainer1" ptType="all" refPtType="all" refType="r" refFor="ch" refForName="DropPinPlaceHolder1" op="none" fact="1.000000" val="0"/>
                        <dgm:constr type="b" for="ch" forName="L2TextContainer1" ptType="all" refPtType="all" refType="t" refFor="ch" refForName="DropPinPlaceHolder1" op="none" fact="1.000000" val="0"/>
                        <dgm:constr type="t" for="ch" forName="L2TextContainer1" ptType="all" refPtType="all" refType="h" refFor="self" op="none" fact="0.500000" val="0"/>
                        <dgm:constr type="w" for="ch" forName="L1TextContainer1" ptType="all" refPtType="all" refType="w" refFor="self" op="none" fact="0.830000" val="0"/>
                        <dgm:constr type="l" for="ch" forName="L1TextContainer1" ptType="all" refPtType="all" refType="r" refFor="ch" refForName="DropPinPlaceHolder1" op="none" fact="1.000000" val="0"/>
                        <dgm:constr type="b" for="ch" forName="L1TextContainer1" ptType="all" refPtType="all" refType="b" refFor="ch" refForName="DropPinPlaceHolder1" op="none" fact="1.000000" val="0"/>
                        <dgm:constr type="t" for="ch" forName="L1TextContainer1" ptType="all" refPtType="all" refType="t" refFor="ch" refForName="DropPinPlaceHolder1" op="none" fact="1.000000" val="0"/>
                        <dgm:constr type="w" for="ch" forName="ConnectLine1" ptType="all" refPtType="all" refType="none" refFor="self" op="none" fact="1.000000" val="0"/>
                        <dgm:constr type="ctrX" for="ch" forName="ConnectLine1" ptType="all" refPtType="all" refType="ctrX" refFor="ch" refForName="DropPinPlaceHolder1" op="none" fact="1.000000" val="0"/>
                        <dgm:constr type="t" for="ch" forName="ConnectLine1" ptType="all" refPtType="all" refType="h" refFor="self" op="none" fact="0.500000" val="0"/>
                        <dgm:constr type="b" for="ch" forName="ConnectLine1" ptType="all" refPtType="all" refType="t" refFor="ch" refForName="DropPinPlaceHolder1" op="none" fact="1.000000" val="0"/>
                        <dgm:constr type="w" for="ch" forName="EmptyPlaceHolder1" ptType="all" refPtType="all" refType="w" refFor="self" op="none" fact="1.000000" val="0"/>
                        <dgm:constr type="h" for="ch" forName="EmptyPlaceHolder1" ptType="all" refPtType="all" refType="h" refFor="self" op="none" fact="0.500000" val="0"/>
                        <dgm:constr type="t" for="ch" forName="EmptyPlaceHolder1" ptType="all" refPtType="all" refType="h" refFor="self" op="none" fact="0.000000" val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rot="0.000000" type="ellipse" r:blip="" blipPhldr="0" lkTxEntry="0" zOrderOff="10" hideGeom="0">
                  <dgm:adjLst/>
                </dgm:shape>
                <dgm:presOf/>
                <dgm:constrLst>
                  <dgm:constr type="w" for="self" ptType="all" refPtType="all" refType="h" refFor="self" op="equ" fact="1.000000" val="0"/>
                </dgm:constrLst>
              </dgm:layoutNode>
              <dgm:layoutNode name="DropPinPlaceHolder1">
                <dgm:alg type="composite"/>
                <dgm:shape rot="0.000000" type="none" r:blip="" blipPhldr="0" lkTxEntry="0" zOrderOff="0" hideGeom="0">
                  <dgm:adjLst/>
                </dgm:shape>
                <dgm:constrLst>
                  <dgm:constr type="w" for="ch" forName="DropPin1" ptType="all" refPtType="all" refType="w" refFor="self" op="none" fact="1.000000" val="0"/>
                  <dgm:constr type="h" for="ch" forName="DropPin1" ptType="all" refPtType="all" refType="h" refFor="self" op="none" fact="1.000000" val="0"/>
                  <dgm:constr type="ctrX" for="ch" forName="DropPin1" ptType="all" refPtType="all" refType="w" refFor="self" op="none" fact="0.500000" val="0"/>
                  <dgm:constr type="ctrY" for="ch" forName="DropPin1" ptType="all" refPtType="all" refType="h" refFor="self" op="none" fact="0.500000" val="0"/>
                  <dgm:constr type="w" for="ch" forName="Ellipse1" ptType="all" refPtType="all" refType="w" refFor="ch" refForName="DropPin1" op="none" fact="0.550000" val="0"/>
                  <dgm:constr type="h" for="ch" forName="Ellipse1" ptType="all" refPtType="all" refType="w" refFor="ch" refForName="DropPin1" op="none" fact="0.550000" val="0"/>
                  <dgm:constr type="ctrX" for="ch" forName="Ellipse1" ptType="all" refPtType="all" refType="ctrX" refFor="ch" refForName="DropPin1" op="none" fact="1.000000" val="0"/>
                  <dgm:constr type="ctrY" for="ch" forName="Ellipse1" ptType="all" refPtType="all" refType="ctrY" refFor="ch" refForName="DropPin1" op="none" fact="1.000000" val="0"/>
                </dgm:constrLst>
                <dgm:layoutNode name="DropPin1" styleLbl="alignNode1">
                  <dgm:alg type="sp"/>
                  <dgm:presOf/>
                  <dgm:constrLst/>
                  <dgm:choose name="CaseForPlacingTearDropAboveAndBelowDivider1">
                    <dgm:if name="CaseForPlacingTearDropAboveDivider1" axis="self" ptType="node" func="posOdd" arg="none" op="equ" val="1">
                      <dgm:shape rot="135.000000" type="teardrop" r:blip="" blipPhldr="0" lkTxEntry="0" zOrderOff="0" hideGeom="0">
                        <dgm:adjLst>
                          <dgm:adj idx="1" val="1.150000"/>
                        </dgm:adjLst>
                      </dgm:shape>
                    </dgm:if>
                    <dgm:else name="CaseForPlacingTearDropBelowDivider1">
                      <dgm:shape rot="-45.000000" type="teardrop" r:blip="" blipPhldr="0" lkTxEntry="0" zOrderOff="0" hideGeom="0">
                        <dgm:adjLst>
                          <dgm:adj idx="1" val="1.150000"/>
                        </dgm:adjLst>
                      </dgm:shape>
                    </dgm:else>
                  </dgm:choose>
                </dgm:layoutNode>
                <dgm:layoutNode name="Ellipse1" styleLbl="fgAcc1" moveWith="DropPin1">
                  <dgm:alg type="sp"/>
                  <dgm:shape rot="0.000000" type="ellipse" r:blip="" blipPhldr="0" lkTxEntry="0" zOrderOff="0" hideGeom="0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shape rot="0.000000" type="rect" r:blip="" blipPhldr="0" lkTxEntry="0" zOrderOff="0" hideGeom="0">
                  <dgm:adjLst/>
                </dgm:shape>
                <dgm:presOf axis="des" ptType="node"/>
                <dgm:ruleLst>
                  <dgm:rule type="primFontSz" for="self" ptType="all" val="11" fact="NaN" max="NaN"/>
                </dgm:ruleLst>
                <dgm:varLst>
                  <dgm:bulletEnabled val="1"/>
                </dgm:varLst>
                <dgm:choose name="casesForTxtDirLogic1">
                  <dgm:if name="Name771" axis="self" ptType="node" func="posOdd" arg="none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 for="self" ptType="all" refPtType="all" refType="none" refFor="self" op="none" fact="1.000000" val="0"/>
                      <dgm:constr type="rMarg" for="self" ptType="all" refPtType="all" refType="none" refFor="self" op="none" fact="1.000000" val="0"/>
                      <dgm:constr type="tMarg" for="self" ptType="all" refPtType="all" refType="primFontSz" refFor="self" op="none" fact="0.500000" val="0"/>
                      <dgm:constr type="bMarg" for="self" ptType="all" refPtType="all" refType="primFontSz" refFor="self" op="none" fact="0.750000" val="0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 for="self" ptType="all" refPtType="all" refType="none" refFor="self" op="none" fact="1.000000" val="0"/>
                      <dgm:constr type="rMarg" for="self" ptType="all" refPtType="all" refType="primFontSz" refFor="self" op="none" fact="0.500000" val="0"/>
                      <dgm:constr type="tMarg" for="self" ptType="all" refPtType="all" refType="primFontSz" refFor="self" op="none" fact="0.750000" val="0"/>
                      <dgm:constr type="bMarg" for="self" ptType="all" refPtType="all" refType="primFontSz" refFor="self" op="none" fact="0.500000" val="0"/>
                    </dgm:constrLst>
                  </dgm:else>
                </dgm:choose>
              </dgm:layoutNode>
              <dgm:layoutNode name="L1TextContainer1" styleLbl="revTx">
                <dgm:alg type="tx">
                  <dgm:param type="txAnchorVert" val="mid"/>
                  <dgm:param type="parTxLTRAlign" val="l"/>
                  <dgm:param type="parTxRTLAlign" val="l"/>
                </dgm:alg>
                <dgm:shape rot="0.000000" type="rect" r:blip="" blipPhldr="0" lkTxEntry="0" zOrderOff="0" hideGeom="0">
                  <dgm:adjLst/>
                </dgm:shape>
                <dgm:presOf axis="self"/>
                <dgm:constrLst>
                  <dgm:constr type="lMarg" for="self" ptType="all" refPtType="all" refType="none" refFor="self" op="none" fact="1.000000" val="0"/>
                  <dgm:constr type="rMarg" for="self" ptType="all" refPtType="all" refType="primFontSz" refFor="self" op="none" fact="0.500000" val="0"/>
                  <dgm:constr type="tMarg" for="self" ptType="all" refPtType="all" refType="none" refFor="self" op="none" fact="1.000000" val="0"/>
                  <dgm:constr type="bMarg" for="self" ptType="all" refPtType="all" refType="none" refFor="self" op="none" fact="1.000000" val="0"/>
                </dgm:constrLst>
                <dgm:ruleLst>
                  <dgm:rule type="primFontSz" for="self" ptType="all" val="13" fact="NaN" max="NaN"/>
                </dgm:ruleLst>
                <dgm:varLst>
                  <dgm:chMax val="1"/>
                  <dgm:chPref val="1"/>
                  <dgm:bulletEnabled val="1"/>
                </dgm:varLst>
              </dgm:layoutNode>
              <dgm:layoutNode name="ConnectLine1" styleLbl="sibTrans1D1">
                <dgm:alg type="sp"/>
                <dgm:shape rot="0.000000" type="line" r:blip="" blipPhldr="0" lkTxEntry="0" zOrderOff="0" hideGeom="0">
                  <dgm:adjLst/>
                </dgm:shape>
                <dgm:presOf/>
                <dgm:constrLst/>
              </dgm:layoutNode>
              <dgm:layoutNode name="EmptyPlaceHolder1">
                <dgm:alg type="sp"/>
                <dgm:shape rot="0.000000" type="none" r:blip="" blipPhldr="0" lkTxEntry="0" zOrderOff="0" hideGeom="0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rot="0.000000" type="none" r:blip="" blipPhldr="0" lkTxEntry="0" zOrderOff="0" hideGeom="0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rot="0.000000" type="none" r:blip="" blipPhldr="0" lkTxEntry="0" zOrderOff="0" hideGeom="0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arg="none" op="equ" val="1">
                      <dgm:constrLst>
                        <dgm:constr type="w" for="ch" forName="ConnectorPoint" ptType="all" refPtType="all" refType="h" refFor="ch" refForName="DropPinPlaceHolder" op="none" fact="0.180000" val="0"/>
                        <dgm:constr type="h" for="ch" forName="ConnectorPoint" ptType="all" refPtType="all" refType="h" refFor="ch" refForName="DropPinPlaceHolder" op="none" fact="0.180000" val="0"/>
                        <dgm:constr type="ctrX" for="ch" forName="ConnectorPoint" ptType="all" refPtType="all" refType="ctrX" refFor="ch" refForName="ConnectLine" op="none" fact="1.000000" val="0"/>
                        <dgm:constr type="ctrY" for="ch" forName="ConnectorPoint" ptType="all" refPtType="all" refType="h" refFor="self" op="none" fact="0.500000" val="0"/>
                        <dgm:constr type="w" for="ch" forName="DropPinPlaceHolder" ptType="all" refPtType="all" refType="h" refFor="self" op="none" fact="0.130000" val="0"/>
                        <dgm:constr type="h" for="ch" forName="DropPinPlaceHolder" ptType="all" refPtType="all" refType="h" refFor="self" op="none" fact="0.130000" val="0"/>
                        <dgm:constr type="t" for="ch" forName="DropPinPlaceHolder" ptType="all" refPtType="all" refType="h" refFor="self" op="none" fact="0.000000" val="0"/>
                        <dgm:constr type="l" for="ch" forName="DropPinPlaceHolder" ptType="all" refPtType="all" refType="w" refFor="self" op="none" fact="0.000000" val="0"/>
                        <dgm:constr type="w" for="ch" forName="L2TextContainer" ptType="all" refPtType="all" refType="w" refFor="self" op="none" fact="0.830000" val="0"/>
                        <dgm:constr type="l" for="ch" forName="L2TextContainer" ptType="all" refPtType="all" refType="r" refFor="ch" refForName="DropPinPlaceHolder" op="none" fact="1.000000" val="0"/>
                        <dgm:constr type="t" for="ch" forName="L2TextContainer" ptType="all" refPtType="all" refType="b" refFor="ch" refForName="DropPinPlaceHolder" op="none" fact="1.000000" val="0"/>
                        <dgm:constr type="b" for="ch" forName="L2TextContainer" ptType="all" refPtType="all" refType="h" refFor="self" op="none" fact="0.500000" val="0"/>
                        <dgm:constr type="w" for="ch" forName="L1TextContainer" ptType="all" refPtType="all" refType="w" refFor="self" op="none" fact="0.830000" val="0"/>
                        <dgm:constr type="l" for="ch" forName="L1TextContainer" ptType="all" refPtType="all" refType="r" refFor="ch" refForName="DropPinPlaceHolder" op="none" fact="1.000000" val="0"/>
                        <dgm:constr type="b" for="ch" forName="L1TextContainer" ptType="all" refPtType="all" refType="b" refFor="ch" refForName="DropPinPlaceHolder" op="none" fact="1.000000" val="0"/>
                        <dgm:constr type="t" for="ch" forName="L1TextContainer" ptType="all" refPtType="all" refType="t" refFor="ch" refForName="DropPinPlaceHolder" op="none" fact="1.000000" val="0"/>
                        <dgm:constr type="w" for="ch" forName="ConnectLine" ptType="all" refPtType="all" refType="none" refFor="self" op="none" fact="1.000000" val="0"/>
                        <dgm:constr type="ctrX" for="ch" forName="ConnectLine" ptType="all" refPtType="all" refType="ctrX" refFor="ch" refForName="DropPinPlaceHolder" op="none" fact="1.000000" val="0"/>
                        <dgm:constr type="b" for="ch" forName="ConnectLine" ptType="all" refPtType="all" refType="h" refFor="self" op="none" fact="0.500000" val="0"/>
                        <dgm:constr type="t" for="ch" forName="ConnectLine" ptType="all" refPtType="all" refType="b" refFor="ch" refForName="DropPinPlaceHolder" op="none" fact="1.000000" val="0"/>
                        <dgm:constr type="w" for="ch" forName="EmptyPlaceHolder" ptType="all" refPtType="all" refType="w" refFor="self" op="none" fact="1.000000" val="0"/>
                        <dgm:constr type="h" for="ch" forName="EmptyPlaceHolder" ptType="all" refPtType="all" refType="h" refFor="self" op="none" fact="0.500000" val="0"/>
                        <dgm:constr type="t" for="ch" forName="EmptyPlaceHolder" ptType="all" refPtType="all" refType="h" refFor="self" op="none" fact="0.500000" val="0"/>
                      </dgm:constrLst>
                    </dgm:if>
                    <dgm:else name="CaseForPlacingNodeBelowDividerLTR">
                      <dgm:constrLst>
                        <dgm:constr type="w" for="ch" forName="ConnectorPoint" ptType="all" refPtType="all" refType="h" refFor="ch" refForName="DropPinPlaceHolder" op="none" fact="0.180000" val="0"/>
                        <dgm:constr type="h" for="ch" forName="ConnectorPoint" ptType="all" refPtType="all" refType="h" refFor="ch" refForName="DropPinPlaceHolder" op="none" fact="0.180000" val="0"/>
                        <dgm:constr type="ctrX" for="ch" forName="ConnectorPoint" ptType="all" refPtType="all" refType="ctrX" refFor="ch" refForName="ConnectLine" op="none" fact="1.000000" val="0"/>
                        <dgm:constr type="ctrY" for="ch" forName="ConnectorPoint" ptType="all" refPtType="all" refType="h" refFor="self" op="none" fact="0.500000" val="0"/>
                        <dgm:constr type="w" for="ch" forName="DropPinPlaceHolder" ptType="all" refPtType="all" refType="h" refFor="self" op="none" fact="0.130000" val="0"/>
                        <dgm:constr type="h" for="ch" forName="DropPinPlaceHolder" ptType="all" refPtType="all" refType="h" refFor="self" op="none" fact="0.130000" val="0"/>
                        <dgm:constr type="b" for="ch" forName="DropPinPlaceHolder" ptType="all" refPtType="all" refType="h" refFor="self" op="none" fact="1.000000" val="0"/>
                        <dgm:constr type="l" for="ch" forName="DropPinPlaceHolder" ptType="all" refPtType="all" refType="w" refFor="self" op="none" fact="0.000000" val="0"/>
                        <dgm:constr type="w" for="ch" forName="L2TextContainer" ptType="all" refPtType="all" refType="w" refFor="self" op="none" fact="0.830000" val="0"/>
                        <dgm:constr type="l" for="ch" forName="L2TextContainer" ptType="all" refPtType="all" refType="r" refFor="ch" refForName="DropPinPlaceHolder" op="none" fact="1.000000" val="0"/>
                        <dgm:constr type="b" for="ch" forName="L2TextContainer" ptType="all" refPtType="all" refType="t" refFor="ch" refForName="DropPinPlaceHolder" op="none" fact="1.000000" val="0"/>
                        <dgm:constr type="t" for="ch" forName="L2TextContainer" ptType="all" refPtType="all" refType="h" refFor="self" op="none" fact="0.500000" val="0"/>
                        <dgm:constr type="w" for="ch" forName="L1TextContainer" ptType="all" refPtType="all" refType="w" refFor="self" op="none" fact="0.830000" val="0"/>
                        <dgm:constr type="l" for="ch" forName="L1TextContainer" ptType="all" refPtType="all" refType="r" refFor="ch" refForName="DropPinPlaceHolder" op="none" fact="1.000000" val="0"/>
                        <dgm:constr type="b" for="ch" forName="L1TextContainer" ptType="all" refPtType="all" refType="b" refFor="ch" refForName="DropPinPlaceHolder" op="none" fact="1.000000" val="0"/>
                        <dgm:constr type="t" for="ch" forName="L1TextContainer" ptType="all" refPtType="all" refType="t" refFor="ch" refForName="DropPinPlaceHolder" op="none" fact="1.000000" val="0"/>
                        <dgm:constr type="w" for="ch" forName="ConnectLine" ptType="all" refPtType="all" refType="none" refFor="self" op="none" fact="1.000000" val="0"/>
                        <dgm:constr type="ctrX" for="ch" forName="ConnectLine" ptType="all" refPtType="all" refType="ctrX" refFor="ch" refForName="DropPinPlaceHolder" op="none" fact="1.000000" val="0"/>
                        <dgm:constr type="t" for="ch" forName="ConnectLine" ptType="all" refPtType="all" refType="h" refFor="self" op="none" fact="0.500000" val="0"/>
                        <dgm:constr type="b" for="ch" forName="ConnectLine" ptType="all" refPtType="all" refType="t" refFor="ch" refForName="DropPinPlaceHolder" op="none" fact="1.000000" val="0"/>
                        <dgm:constr type="w" for="ch" forName="EmptyPlaceHolder" ptType="all" refPtType="all" refType="w" refFor="self" op="none" fact="1.000000" val="0"/>
                        <dgm:constr type="h" for="ch" forName="EmptyPlaceHolder" ptType="all" refPtType="all" refType="h" refFor="self" op="none" fact="0.500000" val="0"/>
                        <dgm:constr type="t" for="ch" forName="EmptyPlaceHolder" ptType="all" refPtType="all" refType="h" refFor="self" op="none" fact="0.000000" val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arg="none" op="equ" val="1">
                      <dgm:constrLst>
                        <dgm:constr type="w" for="ch" forName="ConnectorPoint" ptType="all" refPtType="all" refType="h" refFor="ch" refForName="DropPinPlaceHolder" op="none" fact="0.180000" val="0"/>
                        <dgm:constr type="h" for="ch" forName="ConnectorPoint" ptType="all" refPtType="all" refType="h" refFor="ch" refForName="DropPinPlaceHolder" op="none" fact="0.180000" val="0"/>
                        <dgm:constr type="ctrX" for="ch" forName="ConnectorPoint" ptType="all" refPtType="all" refType="ctrX" refFor="ch" refForName="DropPinPlaceHolder" op="none" fact="1.000000" val="0"/>
                        <dgm:constr type="ctrY" for="ch" forName="ConnectorPoint" ptType="all" refPtType="all" refType="h" refFor="self" op="none" fact="0.500000" val="0"/>
                        <dgm:constr type="w" for="ch" forName="DropPinPlaceHolder" ptType="all" refPtType="all" refType="h" refFor="self" op="none" fact="0.130000" val="0"/>
                        <dgm:constr type="h" for="ch" forName="DropPinPlaceHolder" ptType="all" refPtType="all" refType="h" refFor="self" op="none" fact="0.130000" val="0"/>
                        <dgm:constr type="t" for="ch" forName="DropPinPlaceHolder" ptType="all" refPtType="all" refType="h" refFor="self" op="none" fact="0.000000" val="0"/>
                        <dgm:constr type="l" for="ch" forName="DropPinPlaceHolder" ptType="all" refPtType="all" refType="w" refFor="self" op="none" fact="0.000000" val="0"/>
                        <dgm:constr type="w" for="ch" forName="L2TextContainer" ptType="all" refPtType="all" refType="w" refFor="self" op="none" fact="0.830000" val="0"/>
                        <dgm:constr type="l" for="ch" forName="L2TextContainer" ptType="all" refPtType="all" refType="r" refFor="ch" refForName="DropPinPlaceHolder" op="none" fact="1.000000" val="0"/>
                        <dgm:constr type="t" for="ch" forName="L2TextContainer" ptType="all" refPtType="all" refType="b" refFor="ch" refForName="DropPinPlaceHolder" op="none" fact="1.000000" val="0"/>
                        <dgm:constr type="b" for="ch" forName="L2TextContainer" ptType="all" refPtType="all" refType="h" refFor="self" op="none" fact="0.500000" val="0"/>
                        <dgm:constr type="w" for="ch" forName="L1TextContainer" ptType="all" refPtType="all" refType="w" refFor="self" op="none" fact="0.830000" val="0"/>
                        <dgm:constr type="l" for="ch" forName="L1TextContainer" ptType="all" refPtType="all" refType="r" refFor="ch" refForName="DropPinPlaceHolder" op="none" fact="1.000000" val="0"/>
                        <dgm:constr type="b" for="ch" forName="L1TextContainer" ptType="all" refPtType="all" refType="b" refFor="ch" refForName="DropPinPlaceHolder" op="none" fact="1.000000" val="0"/>
                        <dgm:constr type="t" for="ch" forName="L1TextContainer" ptType="all" refPtType="all" refType="t" refFor="ch" refForName="DropPinPlaceHolder" op="none" fact="1.000000" val="0"/>
                        <dgm:constr type="w" for="ch" forName="ConnectLine" ptType="all" refPtType="all" refType="none" refFor="self" op="none" fact="1.000000" val="0"/>
                        <dgm:constr type="ctrX" for="ch" forName="ConnectLine" ptType="all" refPtType="all" refType="ctrX" refFor="ch" refForName="DropPinPlaceHolder" op="none" fact="1.000000" val="0"/>
                        <dgm:constr type="b" for="ch" forName="ConnectLine" ptType="all" refPtType="all" refType="h" refFor="self" op="none" fact="0.500000" val="0"/>
                        <dgm:constr type="t" for="ch" forName="ConnectLine" ptType="all" refPtType="all" refType="b" refFor="ch" refForName="DropPinPlaceHolder" op="none" fact="1.000000" val="0"/>
                        <dgm:constr type="w" for="ch" forName="EmptyPlaceHolder" ptType="all" refPtType="all" refType="w" refFor="self" op="none" fact="1.000000" val="0"/>
                        <dgm:constr type="h" for="ch" forName="EmptyPlaceHolder" ptType="all" refPtType="all" refType="h" refFor="self" op="none" fact="0.500000" val="0"/>
                        <dgm:constr type="t" for="ch" forName="EmptyPlaceHolder" ptType="all" refPtType="all" refType="h" refFor="self" op="none" fact="0.500000" val="0"/>
                      </dgm:constrLst>
                    </dgm:if>
                    <dgm:else name="CaseForPlacingNodeBelowDividerRTL">
                      <dgm:constrLst>
                        <dgm:constr type="w" for="ch" forName="ConnectorPoint" ptType="all" refPtType="all" refType="h" refFor="ch" refForName="DropPinPlaceHolder" op="none" fact="0.180000" val="0"/>
                        <dgm:constr type="h" for="ch" forName="ConnectorPoint" ptType="all" refPtType="all" refType="h" refFor="ch" refForName="DropPinPlaceHolder" op="none" fact="0.180000" val="0"/>
                        <dgm:constr type="ctrX" for="ch" forName="ConnectorPoint" ptType="all" refPtType="all" refType="ctrX" refFor="ch" refForName="DropPinPlaceHolder" op="none" fact="1.000000" val="0"/>
                        <dgm:constr type="ctrY" for="ch" forName="ConnectorPoint" ptType="all" refPtType="all" refType="h" refFor="self" op="none" fact="0.500000" val="0"/>
                        <dgm:constr type="w" for="ch" forName="DropPinPlaceHolder" ptType="all" refPtType="all" refType="h" refFor="self" op="none" fact="0.130000" val="0"/>
                        <dgm:constr type="h" for="ch" forName="DropPinPlaceHolder" ptType="all" refPtType="all" refType="h" refFor="self" op="none" fact="0.130000" val="0"/>
                        <dgm:constr type="b" for="ch" forName="DropPinPlaceHolder" ptType="all" refPtType="all" refType="h" refFor="self" op="none" fact="1.000000" val="0"/>
                        <dgm:constr type="l" for="ch" forName="DropPinPlaceHolder" ptType="all" refPtType="all" refType="w" refFor="self" op="none" fact="0.000000" val="0"/>
                        <dgm:constr type="w" for="ch" forName="L2TextContainer" ptType="all" refPtType="all" refType="w" refFor="self" op="none" fact="0.830000" val="0"/>
                        <dgm:constr type="l" for="ch" forName="L2TextContainer" ptType="all" refPtType="all" refType="r" refFor="ch" refForName="DropPinPlaceHolder" op="none" fact="1.000000" val="0"/>
                        <dgm:constr type="b" for="ch" forName="L2TextContainer" ptType="all" refPtType="all" refType="t" refFor="ch" refForName="DropPinPlaceHolder" op="none" fact="1.000000" val="0"/>
                        <dgm:constr type="t" for="ch" forName="L2TextContainer" ptType="all" refPtType="all" refType="h" refFor="self" op="none" fact="0.500000" val="0"/>
                        <dgm:constr type="w" for="ch" forName="L1TextContainer" ptType="all" refPtType="all" refType="w" refFor="self" op="none" fact="0.830000" val="0"/>
                        <dgm:constr type="l" for="ch" forName="L1TextContainer" ptType="all" refPtType="all" refType="r" refFor="ch" refForName="DropPinPlaceHolder" op="none" fact="1.000000" val="0"/>
                        <dgm:constr type="b" for="ch" forName="L1TextContainer" ptType="all" refPtType="all" refType="b" refFor="ch" refForName="DropPinPlaceHolder" op="none" fact="1.000000" val="0"/>
                        <dgm:constr type="t" for="ch" forName="L1TextContainer" ptType="all" refPtType="all" refType="t" refFor="ch" refForName="DropPinPlaceHolder" op="none" fact="1.000000" val="0"/>
                        <dgm:constr type="w" for="ch" forName="ConnectLine" ptType="all" refPtType="all" refType="none" refFor="self" op="none" fact="1.000000" val="0"/>
                        <dgm:constr type="ctrX" for="ch" forName="ConnectLine" ptType="all" refPtType="all" refType="ctrX" refFor="ch" refForName="DropPinPlaceHolder" op="none" fact="1.000000" val="0"/>
                        <dgm:constr type="t" for="ch" forName="ConnectLine" ptType="all" refPtType="all" refType="h" refFor="self" op="none" fact="0.500000" val="0"/>
                        <dgm:constr type="b" for="ch" forName="ConnectLine" ptType="all" refPtType="all" refType="t" refFor="ch" refForName="DropPinPlaceHolder" op="none" fact="1.000000" val="0"/>
                        <dgm:constr type="w" for="ch" forName="EmptyPlaceHolder" ptType="all" refPtType="all" refType="w" refFor="self" op="none" fact="1.000000" val="0"/>
                        <dgm:constr type="h" for="ch" forName="EmptyPlaceHolder" ptType="all" refPtType="all" refType="h" refFor="self" op="none" fact="0.500000" val="0"/>
                        <dgm:constr type="t" for="ch" forName="EmptyPlaceHolder" ptType="all" refPtType="all" refType="h" refFor="self" op="none" fact="0.000000" val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rot="0.000000" type="ellipse" r:blip="" blipPhldr="0" lkTxEntry="0" zOrderOff="10" hideGeom="0">
                  <dgm:adjLst/>
                </dgm:shape>
                <dgm:presOf/>
                <dgm:constrLst>
                  <dgm:constr type="w" for="self" ptType="all" refPtType="all" refType="h" refFor="self" op="equ" fact="1.000000" val="0"/>
                </dgm:constrLst>
              </dgm:layoutNode>
              <dgm:layoutNode name="DropPinPlaceHolder">
                <dgm:alg type="composite"/>
                <dgm:shape rot="0.000000" type="none" r:blip="" blipPhldr="0" lkTxEntry="0" zOrderOff="0" hideGeom="0">
                  <dgm:adjLst/>
                </dgm:shape>
                <dgm:constrLst>
                  <dgm:constr type="w" for="ch" forName="DropPin" ptType="all" refPtType="all" refType="w" refFor="self" op="none" fact="1.000000" val="0"/>
                  <dgm:constr type="h" for="ch" forName="DropPin" ptType="all" refPtType="all" refType="h" refFor="self" op="none" fact="1.000000" val="0"/>
                  <dgm:constr type="ctrX" for="ch" forName="DropPin" ptType="all" refPtType="all" refType="w" refFor="self" op="none" fact="0.500000" val="0"/>
                  <dgm:constr type="ctrY" for="ch" forName="DropPin" ptType="all" refPtType="all" refType="h" refFor="self" op="none" fact="0.500000" val="0"/>
                  <dgm:constr type="w" for="ch" forName="Ellipse" ptType="all" refPtType="all" refType="w" refFor="ch" refForName="DropPin" op="none" fact="0.550000" val="0"/>
                  <dgm:constr type="h" for="ch" forName="Ellipse" ptType="all" refPtType="all" refType="w" refFor="ch" refForName="DropPin" op="none" fact="0.550000" val="0"/>
                  <dgm:constr type="ctrX" for="ch" forName="Ellipse" ptType="all" refPtType="all" refType="ctrX" refFor="ch" refForName="DropPin" op="none" fact="1.000000" val="0"/>
                  <dgm:constr type="ctrY" for="ch" forName="Ellipse" ptType="all" refPtType="all" refType="ctrY" refFor="ch" refForName="DropPin" op="none" fact="1.000000" val="0"/>
                </dgm:constrLst>
                <dgm:layoutNode name="DropPin" styleLbl="alignNode1">
                  <dgm:alg type="sp"/>
                  <dgm:presOf/>
                  <dgm:constrLst/>
                  <dgm:choose name="CaseForPlacingTearDropAboveAndBelowDivider">
                    <dgm:if name="CaseForPlacingTearDropAboveDivider" axis="self" ptType="node" func="posOdd" arg="none" op="equ" val="1">
                      <dgm:shape rot="135.000000" type="teardrop" r:blip="" blipPhldr="0" lkTxEntry="0" zOrderOff="0" hideGeom="0">
                        <dgm:adjLst>
                          <dgm:adj idx="1" val="1.150000"/>
                        </dgm:adjLst>
                      </dgm:shape>
                    </dgm:if>
                    <dgm:else name="CaseForPlacingTearDropBelowDivider">
                      <dgm:shape rot="-45.000000" type="teardrop" r:blip="" blipPhldr="0" lkTxEntry="0" zOrderOff="0" hideGeom="0">
                        <dgm:adjLst>
                          <dgm:adj idx="1" val="1.150000"/>
                        </dgm:adjLst>
                      </dgm:shape>
                    </dgm:else>
                  </dgm:choose>
                </dgm:layoutNode>
                <dgm:layoutNode name="Ellipse" styleLbl="fgAcc1" moveWith="DropPin">
                  <dgm:alg type="sp"/>
                  <dgm:shape rot="0.000000" type="ellipse" r:blip="" blipPhldr="0" lkTxEntry="0" zOrderOff="0" hideGeom="0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shape rot="0.000000" type="rect" r:blip="" blipPhldr="0" lkTxEntry="0" zOrderOff="0" hideGeom="0">
                  <dgm:adjLst/>
                </dgm:shape>
                <dgm:presOf axis="des" ptType="node"/>
                <dgm:ruleLst>
                  <dgm:rule type="primFontSz" for="self" ptType="all" val="11" fact="NaN" max="NaN"/>
                </dgm:ruleLst>
                <dgm:varLst>
                  <dgm:bulletEnabled val="1"/>
                </dgm:varLst>
                <dgm:choose name="casesForTxtDirLogic">
                  <dgm:if name="Name77" axis="self" ptType="node" func="posOdd" arg="none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 for="self" ptType="all" refPtType="all" refType="none" refFor="self" op="none" fact="1.000000" val="0"/>
                      <dgm:constr type="rMarg" for="self" ptType="all" refPtType="all" refType="primFontSz" refFor="self" op="none" fact="0.500000" val="0"/>
                      <dgm:constr type="tMarg" for="self" ptType="all" refPtType="all" refType="primFontSz" refFor="self" op="none" fact="0.500000" val="0"/>
                      <dgm:constr type="bMarg" for="self" ptType="all" refPtType="all" refType="primFontSz" refFor="self" op="none" fact="0.750000" val="0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 for="self" ptType="all" refPtType="all" refType="none" refFor="self" op="none" fact="1.000000" val="0"/>
                      <dgm:constr type="rMarg" for="self" ptType="all" refPtType="all" refType="none" refFor="self" op="none" fact="1.000000" val="0"/>
                      <dgm:constr type="tMarg" for="self" ptType="all" refPtType="all" refType="primFontSz" refFor="self" op="none" fact="0.750000" val="0"/>
                      <dgm:constr type="bMarg" for="self" ptType="all" refPtType="all" refType="primFontSz" refFor="self" op="none" fact="0.500000" val="0"/>
                    </dgm:constrLst>
                  </dgm:else>
                </dgm:choose>
              </dgm:layoutNode>
              <dgm:layoutNode name="L1TextContainer" styleLbl="revTx">
                <dgm:alg type="tx">
                  <dgm:param type="txAnchorVert" val="mid"/>
                  <dgm:param type="parTxLTRAlign" val="l"/>
                  <dgm:param type="parTxRTLAlign" val="l"/>
                </dgm:alg>
                <dgm:shape rot="0.000000" type="rect" r:blip="" blipPhldr="0" lkTxEntry="0" zOrderOff="0" hideGeom="0">
                  <dgm:adjLst/>
                </dgm:shape>
                <dgm:presOf axis="self"/>
                <dgm:constrLst>
                  <dgm:constr type="lMarg" for="self" ptType="all" refPtType="all" refType="none" refFor="self" op="none" fact="1.000000" val="0"/>
                  <dgm:constr type="rMarg" for="self" ptType="all" refPtType="all" refType="primFontSz" refFor="self" op="none" fact="0.500000" val="0"/>
                  <dgm:constr type="tMarg" for="self" ptType="all" refPtType="all" refType="none" refFor="self" op="none" fact="1.000000" val="0"/>
                  <dgm:constr type="bMarg" for="self" ptType="all" refPtType="all" refType="none" refFor="self" op="none" fact="1.000000" val="0"/>
                </dgm:constrLst>
                <dgm:ruleLst>
                  <dgm:rule type="primFontSz" for="self" ptType="all" val="13" fact="NaN" max="NaN"/>
                </dgm:ruleLst>
                <dgm:varLst>
                  <dgm:chMax val="1"/>
                  <dgm:chPref val="1"/>
                  <dgm:bulletEnabled val="1"/>
                </dgm:varLst>
              </dgm:layoutNode>
              <dgm:layoutNode name="ConnectLine" styleLbl="sibTrans1D1">
                <dgm:alg type="sp"/>
                <dgm:shape rot="0.000000" type="line" r:blip="" blipPhldr="0" lkTxEntry="0" zOrderOff="0" hideGeom="0">
                  <dgm:adjLst/>
                </dgm:shape>
                <dgm:presOf/>
                <dgm:constrLst/>
              </dgm:layoutNode>
              <dgm:layoutNode name="EmptyPlaceHolder">
                <dgm:alg type="sp"/>
                <dgm:shape rot="0.000000" type="none" r:blip="" blipPhldr="0" lkTxEntry="0" zOrderOff="0" hideGeom="0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rot="0.000000" type="none" r:blip="" blipPhldr="0" lkTxEntry="0" zOrderOff="0" hideGeom="0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Flow">
    <dgm:alg type="lin">
      <dgm:param type="linDir" val="fromT"/>
      <dgm:param type="vertAlign" val="mid"/>
      <dgm:param type="horzAlign" val="ctr"/>
    </dgm:alg>
    <dgm:shape rot="0.000000" type="none" r:blip="" blipPhldr="0" lkTxEntry="0" zOrderOff="0" hideGeom="0">
      <dgm:adjLst/>
    </dgm:shape>
    <dgm:presOf/>
    <dgm:constrLst>
      <dgm:constr type="w" for="ch" forName="composite" ptType="all" refPtType="all" refType="w" refFor="self" op="none" fact="1.000000" val="0"/>
      <dgm:constr type="h" for="ch" forName="composite" ptType="all" refPtType="all" refType="h" refFor="self" op="none" fact="1.000000" val="0"/>
      <dgm:constr type="h" for="ch" forName="spacing" ptType="all" refPtType="all" refType="h" refFor="ch" refForName="composite" op="none" fact="0.250000" val="0"/>
      <dgm:constr type="h" for="ch" forName="spacing" ptType="all" refPtType="all" refType="w" refFor="self" op="lte" fact="0.100000" val="0"/>
      <dgm:constr type="primFontSz" for="des" ptType="node" refPtType="all" refType="none" refFor="self" op="equ" fact="1.000000" val="65"/>
    </dgm:constrLst>
    <dgm:ruleLst/>
    <dgm:varLst>
      <dgm:dir val="norm"/>
      <dgm:resizeHandles val="exact"/>
    </dgm:varLst>
    <dgm:forEach name="Name0" axis="ch" ptType="node">
      <dgm:layoutNode name="composite">
        <dgm:alg type="composite"/>
        <dgm:shape rot="0.000000" type="none" r:blip="" blipPhldr="0" lkTxEntry="0" zOrderOff="0" hideGeom="0">
          <dgm:adjLst/>
        </dgm:shape>
        <dgm:presOf/>
        <dgm:ruleLst/>
        <dgm:choose name="Name1">
          <dgm:if name="Name2" func="var" arg="dir" op="equ" val="norm">
            <dgm:constrLst>
              <dgm:constr type="w" for="ch" forName="imgShp" ptType="all" refPtType="all" refType="w" refFor="self" op="none" fact="0.335000" val="0"/>
              <dgm:constr type="h" for="ch" forName="imgShp" ptType="all" refPtType="all" refType="w" refFor="ch" refForName="imgShp" op="equ" fact="1.000000" val="0"/>
              <dgm:constr type="h" for="ch" forName="imgShp" ptType="all" refPtType="all" refType="h" refFor="self" op="lte" fact="1.000000" val="0"/>
              <dgm:constr type="ctrY" for="ch" forName="imgShp" ptType="all" refPtType="all" refType="h" refFor="self" op="none" fact="0.500000" val="0"/>
              <dgm:constr type="l" for="ch" forName="imgShp" ptType="all" refPtType="all" refType="none" refFor="self" op="none" fact="1.000000" val="0"/>
              <dgm:constr type="w" for="ch" forName="txShp" ptType="all" refPtType="all" refType="w" refFor="self" op="equ" fact="0.665000" val="0"/>
              <dgm:constr type="h" for="ch" forName="txShp" ptType="all" refPtType="all" refType="h" refFor="ch" refForName="imgShp" op="equ" fact="1.000000" val="0"/>
              <dgm:constr type="ctrY" for="ch" forName="txShp" ptType="all" refPtType="all" refType="h" refFor="self" op="none" fact="0.500000" val="0"/>
              <dgm:constr type="l" for="ch" forName="txShp" ptType="all" refPtType="all" refType="w" refFor="ch" refForName="imgShp" op="none" fact="0.500000" val="0"/>
              <dgm:constr type="lMarg" for="ch" forName="txShp" ptType="all" refPtType="all" refType="w" refFor="ch" refForName="imgShp" op="none" fact="1.250000" val="0"/>
            </dgm:constrLst>
          </dgm:if>
          <dgm:else name="Name3">
            <dgm:constrLst>
              <dgm:constr type="w" for="ch" forName="imgShp" ptType="all" refPtType="all" refType="w" refFor="self" op="none" fact="0.335000" val="0"/>
              <dgm:constr type="h" for="ch" forName="imgShp" ptType="all" refPtType="all" refType="w" refFor="ch" refForName="imgShp" op="equ" fact="1.000000" val="0"/>
              <dgm:constr type="h" for="ch" forName="imgShp" ptType="all" refPtType="all" refType="h" refFor="self" op="lte" fact="1.000000" val="0"/>
              <dgm:constr type="ctrY" for="ch" forName="imgShp" ptType="all" refPtType="all" refType="h" refFor="self" op="none" fact="0.500000" val="0"/>
              <dgm:constr type="r" for="ch" forName="imgShp" ptType="all" refPtType="all" refType="w" refFor="self" op="none" fact="1.000000" val="0"/>
              <dgm:constr type="w" for="ch" forName="txShp" ptType="all" refPtType="all" refType="w" refFor="self" op="equ" fact="0.665000" val="0"/>
              <dgm:constr type="h" for="ch" forName="txShp" ptType="all" refPtType="all" refType="h" refFor="ch" refForName="imgShp" op="equ" fact="1.000000" val="0"/>
              <dgm:constr type="ctrY" for="ch" forName="txShp" ptType="all" refPtType="all" refType="h" refFor="self" op="none" fact="0.500000" val="0"/>
              <dgm:constr type="r" for="ch" forName="txShp" ptType="all" refPtType="all" refType="ctrX" refFor="ch" refForName="imgShp" op="none" fact="1.000000" val="0"/>
              <dgm:constr type="rMarg" for="ch" forName="txShp" ptType="all" refPtType="all" refType="w" refFor="ch" refForName="imgShp" op="none" fact="1.250000" val="0"/>
            </dgm:constrLst>
          </dgm:else>
        </dgm:choose>
        <dgm:layoutNode name="imgShp" styleLbl="fgImgPlace1">
          <dgm:alg type="sp"/>
          <dgm:shape rot="0.000000" type="ellipse" r:blip="" blipPhldr="1" lkTxEntry="0" zOrderOff="0" hideGeom="0">
            <dgm:adjLst/>
          </dgm:shape>
          <dgm:presOf/>
          <dgm:constrLst/>
          <dgm:ruleLst/>
        </dgm:layoutNode>
        <dgm:layoutNode name="txShp">
          <dgm:alg type="tx"/>
          <dgm:presOf axis="desOrSelf" ptType="node"/>
          <dgm:constrLst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bulletEnabled val="1"/>
          </dgm:varLst>
          <dgm:choose name="Name4">
            <dgm:if name="Name5" func="var" arg="dir" op="equ" val="norm">
              <dgm:shape rot="180.000000" type="homePlate" r:blip="" blipPhldr="0" lkTxEntry="0" zOrderOff="-1" hideGeom="0">
                <dgm:adjLst/>
              </dgm:shape>
            </dgm:if>
            <dgm:else name="Name6">
              <dgm:shape rot="0.000000" type="homePlate" r:blip="" blipPhldr="0" lkTxEntry="0" zOrderOff="-1" hideGeom="0">
                <dgm:adjLst/>
              </dgm:shape>
            </dgm:else>
          </dgm:choose>
        </dgm:layoutNode>
      </dgm:layoutNode>
      <dgm:forEach name="Name7" axis="followSib" ptType="sibTrans" cnt="1">
        <dgm:layoutNode name="spacing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Name0">
    <dgm:alg type="composite"/>
    <dgm:shape rot="0.000000" type="none" r:blip="" blipPhldr="0" lkTxEntry="0" zOrderOff="0" hideGeom="0">
      <dgm:adjLst/>
    </dgm:shape>
    <dgm:presOf/>
    <dgm:constrLst>
      <dgm:constr type="w" for="ch" forName="fgShape" ptType="all" refPtType="all" refType="w" refFor="self" op="none" fact="0.920000" val="0"/>
      <dgm:constr type="h" for="ch" forName="fgShape" ptType="all" refPtType="all" refType="h" refFor="self" op="none" fact="0.150000" val="0"/>
      <dgm:constr type="b" for="ch" forName="fgShape" ptType="all" refPtType="all" refType="h" refFor="self" op="none" fact="0.950000" val="0"/>
      <dgm:constr type="ctrX" for="ch" forName="fgShape" ptType="all" refPtType="all" refType="w" refFor="self" op="none" fact="0.500000" val="0"/>
      <dgm:constr type="w" for="ch" forName="linComp" ptType="all" refPtType="all" refType="w" refFor="self" op="none" fact="1.000000" val="0"/>
      <dgm:constr type="h" for="ch" forName="linComp" ptType="all" refPtType="all" refType="h" refFor="self" op="none" fact="1.000000" val="0"/>
      <dgm:constr type="ctrX" for="ch" forName="linComp" ptType="all" refPtType="all" refType="w" refFor="self" op="none" fact="0.500000" val="0"/>
    </dgm:constrLst>
    <dgm:ruleLst/>
    <dgm:varLst>
      <dgm:dir val="norm"/>
      <dgm:resizeHandles val="exact"/>
    </dgm:varLst>
    <dgm:layoutNode name="fgShape" styleLbl="fgShp">
      <dgm:alg type="sp"/>
      <dgm:shape rot="0.000000" type="leftRightArrow" r:blip="" blipPhldr="0" lkTxEntry="0" zOrderOff="99999" hideGeom="0">
        <dgm:adjLst/>
      </dgm:shape>
      <dgm:presOf/>
      <dgm:constrLst/>
      <dgm:ruleLst/>
    </dgm:layoutNode>
    <dgm:layoutNode name="linComp">
      <dgm:shape rot="0.000000" type="none" r:blip="" blipPhldr="0" lkTxEntry="0" zOrderOff="0" hideGeom="0">
        <dgm:adjLst/>
      </dgm:shape>
      <dgm:presOf/>
      <dgm:constrLst>
        <dgm:constr type="w" for="ch" forName="compNode" ptType="all" refPtType="all" refType="w" refFor="self" op="none" fact="1.000000" val="0"/>
        <dgm:constr type="h" for="ch" forName="compNode" ptType="all" refPtType="all" refType="h" refFor="self" op="none" fact="1.000000" val="0"/>
        <dgm:constr type="w" for="ch" ptType="sibTrans" refPtType="all" refType="w" refFor="ch" refForName="compNode" op="none" fact="0.030000" val="0"/>
        <dgm:constr type="primFontSz" for="des" ptType="node" refPtType="all" refType="none" refFor="self" op="equ" fact="1.000000" val="65"/>
      </dgm:constrLst>
      <dgm:ruleLst/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forEach name="nodesForEach" axis="ch" ptType="node">
        <dgm:layoutNode name="compNode">
          <dgm:alg type="composite"/>
          <dgm:shape rot="0.000000" type="none" r:blip="" blipPhldr="0" lkTxEntry="0" zOrderOff="0" hideGeom="0">
            <dgm:adjLst/>
          </dgm:shape>
          <dgm:presOf/>
          <dgm:constrLst>
            <dgm:constr type="w" for="ch" forName="bkgdShape" ptType="all" refPtType="all" refType="w" refFor="self" op="none" fact="1.000000" val="0"/>
            <dgm:constr type="h" for="ch" forName="bkgdShape" ptType="all" refPtType="all" refType="h" refFor="self" op="none" fact="1.000000" val="0"/>
            <dgm:constr type="w" for="ch" forName="nodeTx" ptType="all" refPtType="all" refType="w" refFor="self" op="none" fact="1.000000" val="0"/>
            <dgm:constr type="h" for="ch" forName="nodeTx" ptType="all" refPtType="all" refType="h" refFor="self" op="none" fact="0.400000" val="0"/>
            <dgm:constr type="b" for="ch" forName="nodeTx" ptType="all" refPtType="all" refType="h" refFor="self" op="none" fact="0.800000" val="0"/>
            <dgm:constr type="w" for="ch" forName="invisiNode" ptType="all" refPtType="all" refType="w" refFor="self" op="none" fact="0.010000" val="0"/>
            <dgm:constr type="h" for="ch" forName="invisiNode" ptType="all" refPtType="all" refType="h" refFor="self" op="none" fact="0.060000" val="0"/>
            <dgm:constr type="t" for="ch" forName="invisiNode" ptType="all" refPtType="all" refType="none" refFor="self" op="none" fact="1.000000" val="0"/>
            <dgm:constr type="ctrX" for="ch" forName="invisiNode" ptType="all" refPtType="all" refType="w" refFor="self" op="none" fact="0.500000" val="0"/>
            <dgm:constr type="h" for="ch" forName="imagNode" ptType="all" refPtType="all" refType="h" refFor="self" op="none" fact="0.333000" val="0"/>
            <dgm:constr type="w" for="ch" forName="imagNode" ptType="all" refPtType="all" refType="h" refFor="ch" refForName="imagNode" op="none" fact="1.000000" val="0"/>
            <dgm:constr type="ctrX" for="ch" forName="imagNode" ptType="all" refPtType="all" refType="w" refFor="self" op="none" fact="0.500000" val="0"/>
            <dgm:constr type="t" for="ch" forName="imagNode" ptType="all" refPtType="all" refType="h" refFor="self" op="none" fact="0.060000" val="0"/>
            <dgm:constr type="w" for="ch" forName="imagNode" ptType="all" refPtType="all" refType="w" refFor="self" op="lte" fact="0.940000" val="0"/>
          </dgm:constrLst>
          <dgm:ruleLst/>
          <dgm:layoutNode name="bkgdShape">
            <dgm:alg type="sp"/>
            <dgm:shape rot="0.000000" type="roundRect" r:blip="" blipPhldr="0" lkTxEntry="0" zOrderOff="0" hideGeom="0">
              <dgm:adjLst>
                <dgm:adj idx="1" val="0.100000"/>
              </dgm:adjLst>
            </dgm:shape>
            <dgm:presOf axis="desOrSelf" ptType="node"/>
            <dgm:constrLst/>
            <dgm:ruleLst/>
          </dgm:layoutNode>
          <dgm:layoutNode name="nodeTx">
            <dgm:alg type="tx">
              <dgm:param type="txAnchorVert" val="mid"/>
              <dgm:param type="txAnchorHorzCh" val="ctr"/>
              <dgm:param type="stBulletLvl" val="2"/>
            </dgm:alg>
            <dgm:shape rot="0.000000" type="rect" r:blip="" blipPhldr="0" lkTxEntry="0" zOrderOff="0" hideGeom="1">
              <dgm:adjLst/>
            </dgm:shape>
            <dgm:presOf axis="desOrSelf" ptType="node"/>
            <dgm:constrLst/>
            <dgm:ruleLst>
              <dgm:rule type="primFontSz" for="self" ptType="all" val="5" fact="NaN" max="NaN"/>
            </dgm:ruleLst>
            <dgm:varLst>
              <dgm:bulletEnabled val="1"/>
            </dgm:varLst>
          </dgm:layoutNode>
          <dgm:layoutNode name="invisiNode">
            <dgm:alg type="sp"/>
            <dgm:shape rot="0.000000" type="roundRect" r:blip="" blipPhldr="0" lkTxEntry="0" zOrderOff="0" hideGeom="1">
              <dgm:adjLst>
                <dgm:adj idx="1" val="0.100000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rot="0.000000" type="ellipse" r:blip="" blipPhldr="1" lkTxEntry="0" zOrderOff="0" hideGeom="0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rot="0.000000" type="rect" r:blip="" blipPhldr="0" lkTxEntry="0" zOrderOff="0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2" type="node">
          <dgm:prSet phldr="1"/>
        </dgm:pt>
        <dgm:pt modelId="21" type="node">
          <dgm:prSet phldr="1"/>
        </dgm:pt>
        <dgm:pt modelId="22" type="node">
          <dgm:prSet phldr="1"/>
        </dgm:pt>
      </dgm:ptLst>
      <dgm:cxnLst>
        <dgm:cxn modelId="4" type="parOf" srcId="0" destId="1" srcOrd="0" destOrd="0"/>
        <dgm:cxn modelId="5" type="parOf" srcId="1" destId="11" srcOrd="0" destOrd="0"/>
        <dgm:cxn modelId="6" type="parOf" srcId="1" destId="12" srcOrd="1" destOrd="0"/>
        <dgm:cxn modelId="7" type="parOf" srcId="0" destId="2" srcOrd="1" destOrd="0"/>
        <dgm:cxn modelId="8" type="parOf" srcId="2" destId="21" srcOrd="0" destOrd="0"/>
        <dgm:cxn modelId="9" type="parOf" srcId="2" destId="22" srcOrd="1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2" type="node"/>
        <dgm:pt modelId="21" type="node"/>
      </dgm:ptLst>
      <dgm:cxnLst>
        <dgm:cxn modelId="4" type="parOf" srcId="0" destId="1" srcOrd="0" destOrd="0"/>
        <dgm:cxn modelId="5" type="parOf" srcId="0" destId="2" srcOrd="1" destOrd="0"/>
        <dgm:cxn modelId="13" type="parOf" srcId="1" destId="11" srcOrd="0" destOrd="0"/>
        <dgm:cxn modelId="23" type="parOf" srcId="2" destId="21" srcOrd="0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2" type="node"/>
        <dgm:pt modelId="21" type="node"/>
        <dgm:pt modelId="3" type="node"/>
        <dgm:pt modelId="31" type="node"/>
        <dgm:pt modelId="4" type="node"/>
        <dgm:pt modelId="41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  <dgm:cxn modelId="13" type="parOf" srcId="1" destId="11" srcOrd="0" destOrd="0"/>
        <dgm:cxn modelId="23" type="parOf" srcId="2" destId="21" srcOrd="0" destOrd="0"/>
        <dgm:cxn modelId="33" type="parOf" srcId="3" destId="31" srcOrd="0" destOrd="0"/>
        <dgm:cxn modelId="43" type="parOf" srcId="4" destId="41" srcOrd="0" destOrd="0"/>
      </dgm:cxnLst>
      <dgm:bg/>
      <dgm:whole/>
    </dgm:dataModel>
  </dgm:clrData>
  <dgm:layoutNode name="diagram">
    <dgm:shape rot="0.000000" type="none" r:blip="" blipPhldr="0" lkTxEntry="0" zOrderOff="0" hideGeom="0">
      <dgm:adjLst/>
    </dgm:shape>
    <dgm:presOf/>
    <dgm:constrLst>
      <dgm:constr type="primFontSz" for="des" forName="rootText" ptType="all" refPtType="all" refType="none" refFor="self" op="equ" fact="1.000000" val="65"/>
      <dgm:constr type="primFontSz" for="des" forName="childText" ptType="all" refPtType="all" refType="none" refFor="self" op="equ" fact="1.000000" val="65"/>
      <dgm:constr type="w" for="des" forName="rootComposite" ptType="all" refPtType="all" refType="w" refFor="self" op="none" fact="1.000000" val="0"/>
      <dgm:constr type="h" for="des" forName="rootComposite" ptType="all" refPtType="all" refType="w" refFor="self" op="none" fact="0.500000" val="0"/>
      <dgm:constr type="w" for="des" forName="childText" ptType="all" refPtType="all" refType="w" refFor="des" refForName="rootComposite" op="none" fact="0.800000" val="0"/>
      <dgm:constr type="h" for="des" forName="childText" ptType="all" refPtType="all" refType="h" refFor="des" refForName="rootComposite" op="none" fact="1.000000" val="0"/>
      <dgm:constr type="sibSp" for="self" ptType="all" refPtType="all" refType="w" refFor="des" refForName="rootComposite" op="none" fact="0.250000" val="0"/>
      <dgm:constr type="sibSp" for="des" forName="childShape" ptType="all" refPtType="all" refType="h" refFor="des" refForName="childText" op="none" fact="0.250000" val="0"/>
      <dgm:constr type="sp" for="des" forName="root" ptType="all" refPtType="all" refType="h" refFor="des" refForName="childText" op="none" fact="0.250000" val="0"/>
    </dgm:constrLst>
    <dgm:ruleLst/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forEach name="Name3" axis="ch">
      <dgm:forEach name="Name4" axis="self" ptType="node" cnt="1">
        <dgm:layoutNode name="root">
          <dgm:shape rot="0.000000" type="none" r:blip="" blipPhldr="0" lkTxEntry="0" zOrderOff="0" hideGeom="0">
            <dgm:adjLst/>
          </dgm:shape>
          <dgm:presOf/>
          <dgm:constrLst>
            <dgm:constr type="alignOff" for="self" ptType="all" refPtType="all" refType="none" refFor="self" op="none" fact="1.000000" val="0.20000000000000001"/>
          </dgm:constrLst>
          <dgm:ruleLst/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layoutNode name="rootComposite">
            <dgm:alg type="composite"/>
            <dgm:shape rot="0.000000" type="none" r:blip="" blipPhldr="0" lkTxEntry="0" zOrderOff="0" hideGeom="0">
              <dgm:adjLst/>
            </dgm:shape>
            <dgm:presOf axis="self" ptType="node" cnt="1"/>
            <dgm:ruleLst/>
            <dgm:choose name="Name8">
              <dgm:if name="Name9" func="var" arg="dir" op="equ" val="norm">
                <dgm:constrLst>
                  <dgm:constr type="l" for="ch" forName="rootText" ptType="all" refPtType="all" refType="none" refFor="self" op="none" fact="1.000000" val="0"/>
                  <dgm:constr type="t" for="ch" forName="rootText" ptType="all" refPtType="all" refType="none" refFor="self" op="none" fact="1.000000" val="0"/>
                  <dgm:constr type="w" for="ch" forName="rootText" ptType="all" refPtType="all" refType="w" refFor="self" op="none" fact="1.000000" val="0"/>
                  <dgm:constr type="h" for="ch" forName="rootText" ptType="all" refPtType="all" refType="h" refFor="self" op="none" fact="1.000000" val="0"/>
                  <dgm:constr type="l" for="ch" forName="rootConnector" ptType="all" refPtType="all" refType="none" refFor="self" op="none" fact="1.000000" val="0"/>
                  <dgm:constr type="t" for="ch" forName="rootConnector" ptType="all" refPtType="all" refType="none" refFor="self" op="none" fact="1.000000" val="0"/>
                  <dgm:constr type="w" for="ch" forName="rootConnector" ptType="all" refPtType="all" refType="w" refFor="ch" refForName="rootText" op="none" fact="0.200000" val="0"/>
                  <dgm:constr type="h" for="ch" forName="rootConnector" ptType="all" refPtType="all" refType="h" refFor="ch" refForName="rootText" op="none" fact="1.000000" val="0"/>
                </dgm:constrLst>
              </dgm:if>
              <dgm:else name="Name10">
                <dgm:constrLst>
                  <dgm:constr type="l" for="ch" forName="rootText" ptType="all" refPtType="all" refType="none" refFor="self" op="none" fact="1.000000" val="0"/>
                  <dgm:constr type="t" for="ch" forName="rootText" ptType="all" refPtType="all" refType="none" refFor="self" op="none" fact="1.000000" val="0"/>
                  <dgm:constr type="w" for="ch" forName="rootText" ptType="all" refPtType="all" refType="w" refFor="self" op="none" fact="1.000000" val="0"/>
                  <dgm:constr type="h" for="ch" forName="rootText" ptType="all" refPtType="all" refType="h" refFor="self" op="none" fact="1.000000" val="0"/>
                  <dgm:constr type="r" for="ch" forName="rootConnector" ptType="all" refPtType="all" refType="w" refFor="self" op="none" fact="1.000000" val="0"/>
                  <dgm:constr type="t" for="ch" forName="rootConnector" ptType="all" refPtType="all" refType="none" refFor="self" op="none" fact="1.000000" val="0"/>
                  <dgm:constr type="w" for="ch" forName="rootConnector" ptType="all" refPtType="all" refType="w" refFor="ch" refForName="rootText" op="none" fact="0.200000" val="0"/>
                  <dgm:constr type="h" for="ch" forName="rootConnector" ptType="all" refPtType="all" refType="h" refFor="ch" refForName="rootText" op="none" fact="1.000000" val="0"/>
                </dgm:constrLst>
              </dgm:else>
            </dgm:choose>
            <dgm:layoutNode name="rootText" styleLbl="node1">
              <dgm:alg type="tx"/>
              <dgm:shape rot="0.000000" type="roundRect" r:blip="" blipPhldr="0" lkTxEntry="0" zOrderOff="0" hideGeom="0">
                <dgm:adjLst>
                  <dgm:adj idx="1" val="0.100000"/>
                </dgm:adjLst>
              </dgm:shape>
              <dgm:presOf axis="self" ptType="node" cnt="1"/>
              <dgm:constrLst>
                <dgm:constr type="tMarg" for="self" ptType="all" refPtType="all" refType="primFontSz" refFor="self" op="none" fact="0.100000" val="0"/>
                <dgm:constr type="bMarg" for="self" ptType="all" refPtType="all" refType="primFontSz" refFor="self" op="none" fact="0.100000" val="0"/>
                <dgm:constr type="lMarg" for="self" ptType="all" refPtType="all" refType="primFontSz" refFor="self" op="none" fact="0.150000" val="0"/>
                <dgm:constr type="rMarg" for="self" ptType="all" refPtType="all" refType="primFontSz" refFor="self" op="none" fact="0.150000" val="0"/>
              </dgm:constrLst>
              <dgm:ruleLst>
                <dgm:rule type="primFontSz" for="self" ptType="all" val="5" fact="NaN" max="NaN"/>
              </dgm:ruleLst>
            </dgm:layoutNode>
            <dgm:layoutNode name="rootConnector" moveWith="rootText">
              <dgm:alg type="sp"/>
              <dgm:shape rot="0.000000" type="roundRect" r:blip="" blipPhldr="0" lkTxEntry="0" zOrderOff="0" hideGeom="1">
                <dgm:adjLst>
                  <dgm:adj idx="1" val="0.100000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rot="0.000000" type="none" r:blip="" blipPhldr="0" lkTxEntry="0" zOrderOff="0" hideGeom="0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shape rot="0.000000" type="conn" r:blip="" blipPhldr="0" lkTxEntry="0" zOrderOff="0" hideGeom="0">
                    <dgm:adjLst/>
                  </dgm:shape>
                  <dgm:presOf axis="self"/>
                  <dgm:constrLst>
                    <dgm:constr type="begPad" for="self" ptType="all" refPtType="all" refType="none" refFor="self" op="none" fact="1.000000" val="0"/>
                    <dgm:constr type="endPad" for="self" ptType="all" refPtType="all" refType="none" refFor="self" op="none" fact="1.000000" val="0"/>
                  </dgm:constrLst>
                  <dgm:ruleLst/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</dgm:layoutNode>
              </dgm:forEach>
              <dgm:forEach name="Name17" axis="self" ptType="node">
                <dgm:layoutNode name="childText" styleLbl="bgAcc1">
                  <dgm:alg type="tx"/>
                  <dgm:shape rot="0.000000" type="roundRect" r:blip="" blipPhldr="0" lkTxEntry="0" zOrderOff="0" hideGeom="0">
                    <dgm:adjLst>
                      <dgm:adj idx="1" val="0.100000"/>
                    </dgm:adjLst>
                  </dgm:shape>
                  <dgm:presOf axis="self desOrSelf" ptType="node node" st="1 1" cnt="1 0"/>
                  <dgm:constrLst>
                    <dgm:constr type="tMarg" for="self" ptType="all" refPtType="all" refType="primFontSz" refFor="self" op="none" fact="0.100000" val="0"/>
                    <dgm:constr type="bMarg" for="self" ptType="all" refPtType="all" refType="primFontSz" refFor="self" op="none" fact="0.100000" val="0"/>
                    <dgm:constr type="lMarg" for="self" ptType="all" refPtType="all" refType="primFontSz" refFor="self" op="none" fact="0.150000" val="0"/>
                    <dgm:constr type="rMarg" for="self" ptType="all" refPtType="all" refType="primFontSz" refFor="self" op="none" fact="0.150000" val="0"/>
                  </dgm:constrLst>
                  <dgm:ruleLst>
                    <dgm:rule type="primFontSz" for="self" ptType="all" val="5" fact="NaN" max="NaN"/>
                  </dgm:ruleLst>
                  <dgm:varLst>
                    <dgm:bulletEnabled val="1"/>
                  </dgm:var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2" type="node">
          <dgm:prSet phldr="1"/>
        </dgm:pt>
        <dgm:pt modelId="21" type="node">
          <dgm:prSet phldr="1"/>
        </dgm:pt>
        <dgm:pt modelId="22" type="node">
          <dgm:prSet phldr="1"/>
        </dgm:pt>
      </dgm:ptLst>
      <dgm:cxnLst>
        <dgm:cxn modelId="4" type="parOf" srcId="0" destId="1" srcOrd="0" destOrd="0"/>
        <dgm:cxn modelId="5" type="parOf" srcId="1" destId="11" srcOrd="0" destOrd="0"/>
        <dgm:cxn modelId="6" type="parOf" srcId="1" destId="12" srcOrd="1" destOrd="0"/>
        <dgm:cxn modelId="7" type="parOf" srcId="0" destId="2" srcOrd="1" destOrd="0"/>
        <dgm:cxn modelId="8" type="parOf" srcId="2" destId="21" srcOrd="0" destOrd="0"/>
        <dgm:cxn modelId="9" type="parOf" srcId="2" destId="22" srcOrd="1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2" type="node"/>
        <dgm:pt modelId="21" type="node"/>
      </dgm:ptLst>
      <dgm:cxnLst>
        <dgm:cxn modelId="4" type="parOf" srcId="0" destId="1" srcOrd="0" destOrd="0"/>
        <dgm:cxn modelId="5" type="parOf" srcId="0" destId="2" srcOrd="1" destOrd="0"/>
        <dgm:cxn modelId="13" type="parOf" srcId="1" destId="11" srcOrd="0" destOrd="0"/>
        <dgm:cxn modelId="23" type="parOf" srcId="2" destId="21" srcOrd="0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2" type="node"/>
        <dgm:pt modelId="21" type="node"/>
        <dgm:pt modelId="3" type="node"/>
        <dgm:pt modelId="31" type="node"/>
        <dgm:pt modelId="4" type="node"/>
        <dgm:pt modelId="41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  <dgm:cxn modelId="13" type="parOf" srcId="1" destId="11" srcOrd="0" destOrd="0"/>
        <dgm:cxn modelId="23" type="parOf" srcId="2" destId="21" srcOrd="0" destOrd="0"/>
        <dgm:cxn modelId="33" type="parOf" srcId="3" destId="31" srcOrd="0" destOrd="0"/>
        <dgm:cxn modelId="43" type="parOf" srcId="4" destId="41" srcOrd="0" destOrd="0"/>
      </dgm:cxnLst>
      <dgm:bg/>
      <dgm:whole/>
    </dgm:dataModel>
  </dgm:clrData>
  <dgm:layoutNode name="diagram">
    <dgm:shape rot="0.000000" type="none" r:blip="" blipPhldr="0" lkTxEntry="0" zOrderOff="0" hideGeom="0">
      <dgm:adjLst/>
    </dgm:shape>
    <dgm:presOf/>
    <dgm:constrLst>
      <dgm:constr type="primFontSz" for="des" forName="rootText" ptType="all" refPtType="all" refType="none" refFor="self" op="equ" fact="1.000000" val="65"/>
      <dgm:constr type="primFontSz" for="des" forName="childText" ptType="all" refPtType="all" refType="none" refFor="self" op="equ" fact="1.000000" val="65"/>
      <dgm:constr type="w" for="des" forName="rootComposite" ptType="all" refPtType="all" refType="w" refFor="self" op="none" fact="1.000000" val="0"/>
      <dgm:constr type="h" for="des" forName="rootComposite" ptType="all" refPtType="all" refType="w" refFor="self" op="none" fact="0.500000" val="0"/>
      <dgm:constr type="w" for="des" forName="childText" ptType="all" refPtType="all" refType="w" refFor="des" refForName="rootComposite" op="none" fact="0.800000" val="0"/>
      <dgm:constr type="h" for="des" forName="childText" ptType="all" refPtType="all" refType="h" refFor="des" refForName="rootComposite" op="none" fact="1.000000" val="0"/>
      <dgm:constr type="sibSp" for="self" ptType="all" refPtType="all" refType="w" refFor="des" refForName="rootComposite" op="none" fact="0.250000" val="0"/>
      <dgm:constr type="sibSp" for="des" forName="childShape" ptType="all" refPtType="all" refType="h" refFor="des" refForName="childText" op="none" fact="0.250000" val="0"/>
      <dgm:constr type="sp" for="des" forName="root" ptType="all" refPtType="all" refType="h" refFor="des" refForName="childText" op="none" fact="0.250000" val="0"/>
    </dgm:constrLst>
    <dgm:ruleLst/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forEach name="Name3" axis="ch">
      <dgm:forEach name="Name4" axis="self" ptType="node" cnt="1">
        <dgm:layoutNode name="root">
          <dgm:shape rot="0.000000" type="none" r:blip="" blipPhldr="0" lkTxEntry="0" zOrderOff="0" hideGeom="0">
            <dgm:adjLst/>
          </dgm:shape>
          <dgm:presOf/>
          <dgm:constrLst>
            <dgm:constr type="alignOff" for="self" ptType="all" refPtType="all" refType="none" refFor="self" op="none" fact="1.000000" val="0.20000000000000001"/>
          </dgm:constrLst>
          <dgm:ruleLst/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layoutNode name="rootComposite">
            <dgm:alg type="composite"/>
            <dgm:shape rot="0.000000" type="none" r:blip="" blipPhldr="0" lkTxEntry="0" zOrderOff="0" hideGeom="0">
              <dgm:adjLst/>
            </dgm:shape>
            <dgm:presOf axis="self" ptType="node" cnt="1"/>
            <dgm:ruleLst/>
            <dgm:choose name="Name8">
              <dgm:if name="Name9" func="var" arg="dir" op="equ" val="norm">
                <dgm:constrLst>
                  <dgm:constr type="l" for="ch" forName="rootText" ptType="all" refPtType="all" refType="none" refFor="self" op="none" fact="1.000000" val="0"/>
                  <dgm:constr type="t" for="ch" forName="rootText" ptType="all" refPtType="all" refType="none" refFor="self" op="none" fact="1.000000" val="0"/>
                  <dgm:constr type="w" for="ch" forName="rootText" ptType="all" refPtType="all" refType="w" refFor="self" op="none" fact="1.000000" val="0"/>
                  <dgm:constr type="h" for="ch" forName="rootText" ptType="all" refPtType="all" refType="h" refFor="self" op="none" fact="1.000000" val="0"/>
                  <dgm:constr type="l" for="ch" forName="rootConnector" ptType="all" refPtType="all" refType="none" refFor="self" op="none" fact="1.000000" val="0"/>
                  <dgm:constr type="t" for="ch" forName="rootConnector" ptType="all" refPtType="all" refType="none" refFor="self" op="none" fact="1.000000" val="0"/>
                  <dgm:constr type="w" for="ch" forName="rootConnector" ptType="all" refPtType="all" refType="w" refFor="ch" refForName="rootText" op="none" fact="0.200000" val="0"/>
                  <dgm:constr type="h" for="ch" forName="rootConnector" ptType="all" refPtType="all" refType="h" refFor="ch" refForName="rootText" op="none" fact="1.000000" val="0"/>
                </dgm:constrLst>
              </dgm:if>
              <dgm:else name="Name10">
                <dgm:constrLst>
                  <dgm:constr type="l" for="ch" forName="rootText" ptType="all" refPtType="all" refType="none" refFor="self" op="none" fact="1.000000" val="0"/>
                  <dgm:constr type="t" for="ch" forName="rootText" ptType="all" refPtType="all" refType="none" refFor="self" op="none" fact="1.000000" val="0"/>
                  <dgm:constr type="w" for="ch" forName="rootText" ptType="all" refPtType="all" refType="w" refFor="self" op="none" fact="1.000000" val="0"/>
                  <dgm:constr type="h" for="ch" forName="rootText" ptType="all" refPtType="all" refType="h" refFor="self" op="none" fact="1.000000" val="0"/>
                  <dgm:constr type="r" for="ch" forName="rootConnector" ptType="all" refPtType="all" refType="w" refFor="self" op="none" fact="1.000000" val="0"/>
                  <dgm:constr type="t" for="ch" forName="rootConnector" ptType="all" refPtType="all" refType="none" refFor="self" op="none" fact="1.000000" val="0"/>
                  <dgm:constr type="w" for="ch" forName="rootConnector" ptType="all" refPtType="all" refType="w" refFor="ch" refForName="rootText" op="none" fact="0.200000" val="0"/>
                  <dgm:constr type="h" for="ch" forName="rootConnector" ptType="all" refPtType="all" refType="h" refFor="ch" refForName="rootText" op="none" fact="1.000000" val="0"/>
                </dgm:constrLst>
              </dgm:else>
            </dgm:choose>
            <dgm:layoutNode name="rootText" styleLbl="node1">
              <dgm:alg type="tx"/>
              <dgm:shape rot="0.000000" type="roundRect" r:blip="" blipPhldr="0" lkTxEntry="0" zOrderOff="0" hideGeom="0">
                <dgm:adjLst>
                  <dgm:adj idx="1" val="0.100000"/>
                </dgm:adjLst>
              </dgm:shape>
              <dgm:presOf axis="self" ptType="node" cnt="1"/>
              <dgm:constrLst>
                <dgm:constr type="tMarg" for="self" ptType="all" refPtType="all" refType="primFontSz" refFor="self" op="none" fact="0.100000" val="0"/>
                <dgm:constr type="bMarg" for="self" ptType="all" refPtType="all" refType="primFontSz" refFor="self" op="none" fact="0.100000" val="0"/>
                <dgm:constr type="lMarg" for="self" ptType="all" refPtType="all" refType="primFontSz" refFor="self" op="none" fact="0.150000" val="0"/>
                <dgm:constr type="rMarg" for="self" ptType="all" refPtType="all" refType="primFontSz" refFor="self" op="none" fact="0.150000" val="0"/>
              </dgm:constrLst>
              <dgm:ruleLst>
                <dgm:rule type="primFontSz" for="self" ptType="all" val="5" fact="NaN" max="NaN"/>
              </dgm:ruleLst>
            </dgm:layoutNode>
            <dgm:layoutNode name="rootConnector" moveWith="rootText">
              <dgm:alg type="sp"/>
              <dgm:shape rot="0.000000" type="roundRect" r:blip="" blipPhldr="0" lkTxEntry="0" zOrderOff="0" hideGeom="1">
                <dgm:adjLst>
                  <dgm:adj idx="1" val="0.100000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rot="0.000000" type="none" r:blip="" blipPhldr="0" lkTxEntry="0" zOrderOff="0" hideGeom="0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shape rot="0.000000" type="conn" r:blip="" blipPhldr="0" lkTxEntry="0" zOrderOff="0" hideGeom="0">
                    <dgm:adjLst/>
                  </dgm:shape>
                  <dgm:presOf axis="self"/>
                  <dgm:constrLst>
                    <dgm:constr type="begPad" for="self" ptType="all" refPtType="all" refType="none" refFor="self" op="none" fact="1.000000" val="0"/>
                    <dgm:constr type="endPad" for="self" ptType="all" refPtType="all" refType="none" refFor="self" op="none" fact="1.000000" val="0"/>
                  </dgm:constrLst>
                  <dgm:ruleLst/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</dgm:layoutNode>
              </dgm:forEach>
              <dgm:forEach name="Name17" axis="self" ptType="node">
                <dgm:layoutNode name="childText" styleLbl="bgAcc1">
                  <dgm:alg type="tx"/>
                  <dgm:shape rot="0.000000" type="roundRect" r:blip="" blipPhldr="0" lkTxEntry="0" zOrderOff="0" hideGeom="0">
                    <dgm:adjLst>
                      <dgm:adj idx="1" val="0.100000"/>
                    </dgm:adjLst>
                  </dgm:shape>
                  <dgm:presOf axis="self desOrSelf" ptType="node node" st="1 1" cnt="1 0"/>
                  <dgm:constrLst>
                    <dgm:constr type="tMarg" for="self" ptType="all" refPtType="all" refType="primFontSz" refFor="self" op="none" fact="0.100000" val="0"/>
                    <dgm:constr type="bMarg" for="self" ptType="all" refPtType="all" refType="primFontSz" refFor="self" op="none" fact="0.100000" val="0"/>
                    <dgm:constr type="lMarg" for="self" ptType="all" refPtType="all" refType="primFontSz" refFor="self" op="none" fact="0.150000" val="0"/>
                    <dgm:constr type="rMarg" for="self" ptType="all" refPtType="all" refType="primFontSz" refFor="self" op="none" fact="0.150000" val="0"/>
                  </dgm:constrLst>
                  <dgm:ruleLst>
                    <dgm:rule type="primFontSz" for="self" ptType="all" val="5" fact="NaN" max="NaN"/>
                  </dgm:ruleLst>
                  <dgm:varLst>
                    <dgm:bulletEnabled val="1"/>
                  </dgm:var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13" type="node">
          <dgm:prSet phldr="1"/>
        </dgm:pt>
        <dgm:pt modelId="14" type="node">
          <dgm:prSet phldr="1"/>
        </dgm:pt>
      </dgm:ptLst>
      <dgm:cxnLst>
        <dgm:cxn modelId="2" type="parOf" srcId="0" destId="1" srcOrd="0" destOrd="0"/>
        <dgm:cxn modelId="3" type="parOf" srcId="1" destId="11" srcOrd="0" destOrd="0"/>
        <dgm:cxn modelId="4" type="parOf" srcId="1" destId="12" srcOrd="1" destOrd="0"/>
        <dgm:cxn modelId="5" type="parOf" srcId="1" destId="13" srcOrd="2" destOrd="0"/>
        <dgm:cxn modelId="6" type="parOf" srcId="1" destId="14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clrData>
  <dgm:layoutNode name="diagram">
    <dgm:alg type="composite"/>
    <dgm:shape rot="0.000000" type="none" r:blip="" blipPhldr="0" lkTxEntry="0" zOrderOff="0" hideGeom="0">
      <dgm:adjLst/>
    </dgm:shape>
    <dgm:presOf/>
    <dgm:constrLst>
      <dgm:constr type="ctrX" for="ch" forName="matrix" ptType="all" refPtType="all" refType="w" refFor="self" op="none" fact="0.500000" val="0"/>
      <dgm:constr type="ctrY" for="ch" forName="matrix" ptType="all" refPtType="all" refType="h" refFor="self" op="none" fact="0.500000" val="0"/>
      <dgm:constr type="w" for="ch" forName="matrix" ptType="all" refPtType="all" refType="w" refFor="self" op="none" fact="1.000000" val="0"/>
      <dgm:constr type="h" for="ch" forName="matrix" ptType="all" refPtType="all" refType="h" refFor="self" op="none" fact="1.000000" val="0"/>
      <dgm:constr type="ctrX" for="ch" forName="centerTile" ptType="all" refPtType="all" refType="w" refFor="self" op="none" fact="0.500000" val="0"/>
      <dgm:constr type="ctrY" for="ch" forName="centerTile" ptType="all" refPtType="all" refType="h" refFor="self" op="none" fact="0.500000" val="0"/>
      <dgm:constr type="w" for="ch" forName="centerTile" ptType="all" refPtType="all" refType="w" refFor="self" op="none" fact="0.300000" val="0"/>
      <dgm:constr type="h" for="ch" forName="centerTile" ptType="all" refPtType="all" refType="h" refFor="self" op="none" fact="0.250000" val="0"/>
      <dgm:constr type="primFontSz" for="des" ptType="node" refPtType="all" refType="none" refFor="self" op="equ" fact="1.000000" val="65"/>
    </dgm:constrLst>
    <dgm:ruleLst/>
    <dgm:varLst>
      <dgm:chMax val="1"/>
      <dgm:dir val="norm"/>
      <dgm:animLvl val="ctr"/>
      <dgm:resizeHandles val="exact"/>
    </dgm:varLst>
    <dgm:choose name="Name0">
      <dgm:if name="Name1" axis="ch" ptType="node" func="cnt" arg="none" op="gte" val="1">
        <dgm:layoutNode name="matrix">
          <dgm:alg type="composite"/>
          <dgm:shape rot="0.000000" type="none" r:blip="" blipPhldr="0" lkTxEntry="0" zOrderOff="0" hideGeom="0">
            <dgm:adjLst/>
          </dgm:shape>
          <dgm:presOf/>
          <dgm:constrLst>
            <dgm:constr type="l" for="ch" forName="tile1" ptType="all" refPtType="all" refType="none" refFor="self" op="none" fact="1.000000" val="0"/>
            <dgm:constr type="t" for="ch" forName="tile1" ptType="all" refPtType="all" refType="none" refFor="self" op="none" fact="1.000000" val="0"/>
            <dgm:constr type="r" for="ch" forName="tile1" ptType="all" refPtType="all" refType="w" refFor="self" op="none" fact="0.500000" val="0"/>
            <dgm:constr type="b" for="ch" forName="tile1" ptType="all" refPtType="all" refType="h" refFor="self" op="none" fact="0.500000" val="0"/>
            <dgm:constr type="l" for="ch" forName="tile1text" ptType="all" refPtType="all" refType="l" refFor="ch" refForName="tile1" op="none" fact="1.000000" val="0"/>
            <dgm:constr type="t" for="ch" forName="tile1text" ptType="all" refPtType="all" refType="t" refFor="ch" refForName="tile1" op="none" fact="1.000000" val="0"/>
            <dgm:constr type="w" for="ch" forName="tile1text" ptType="all" refPtType="all" refType="w" refFor="ch" refForName="tile1" op="none" fact="1.000000" val="0"/>
            <dgm:constr type="h" for="ch" forName="tile1text" ptType="all" refPtType="all" refType="h" refFor="ch" refForName="tile1" op="none" fact="0.750000" val="0"/>
            <dgm:constr type="r" for="ch" forName="tile2" ptType="all" refPtType="all" refType="w" refFor="self" op="none" fact="1.000000" val="0"/>
            <dgm:constr type="t" for="ch" forName="tile2" ptType="all" refPtType="all" refType="none" refFor="self" op="none" fact="1.000000" val="0"/>
            <dgm:constr type="l" for="ch" forName="tile2" ptType="all" refPtType="all" refType="w" refFor="self" op="none" fact="0.500000" val="0"/>
            <dgm:constr type="b" for="ch" forName="tile2" ptType="all" refPtType="all" refType="h" refFor="self" op="none" fact="0.500000" val="0"/>
            <dgm:constr type="r" for="ch" forName="tile2text" ptType="all" refPtType="all" refType="r" refFor="ch" refForName="tile2" op="none" fact="1.000000" val="0"/>
            <dgm:constr type="t" for="ch" forName="tile2text" ptType="all" refPtType="all" refType="t" refFor="ch" refForName="tile2" op="none" fact="1.000000" val="0"/>
            <dgm:constr type="w" for="ch" forName="tile2text" ptType="all" refPtType="all" refType="w" refFor="ch" refForName="tile2" op="none" fact="1.000000" val="0"/>
            <dgm:constr type="h" for="ch" forName="tile2text" ptType="all" refPtType="all" refType="h" refFor="ch" refForName="tile2" op="none" fact="0.750000" val="0"/>
            <dgm:constr type="l" for="ch" forName="tile3" ptType="all" refPtType="all" refType="none" refFor="self" op="none" fact="1.000000" val="0"/>
            <dgm:constr type="b" for="ch" forName="tile3" ptType="all" refPtType="all" refType="h" refFor="self" op="none" fact="1.000000" val="0"/>
            <dgm:constr type="r" for="ch" forName="tile3" ptType="all" refPtType="all" refType="w" refFor="self" op="none" fact="0.500000" val="0"/>
            <dgm:constr type="t" for="ch" forName="tile3" ptType="all" refPtType="all" refType="h" refFor="self" op="none" fact="0.500000" val="0"/>
            <dgm:constr type="l" for="ch" forName="tile3text" ptType="all" refPtType="all" refType="l" refFor="ch" refForName="tile3" op="none" fact="1.000000" val="0"/>
            <dgm:constr type="b" for="ch" forName="tile3text" ptType="all" refPtType="all" refType="b" refFor="ch" refForName="tile3" op="none" fact="1.000000" val="0"/>
            <dgm:constr type="w" for="ch" forName="tile3text" ptType="all" refPtType="all" refType="w" refFor="ch" refForName="tile3" op="none" fact="1.000000" val="0"/>
            <dgm:constr type="h" for="ch" forName="tile3text" ptType="all" refPtType="all" refType="h" refFor="ch" refForName="tile3" op="none" fact="0.750000" val="0"/>
            <dgm:constr type="r" for="ch" forName="tile4" ptType="all" refPtType="all" refType="w" refFor="self" op="none" fact="1.000000" val="0"/>
            <dgm:constr type="b" for="ch" forName="tile4" ptType="all" refPtType="all" refType="h" refFor="self" op="none" fact="1.000000" val="0"/>
            <dgm:constr type="l" for="ch" forName="tile4" ptType="all" refPtType="all" refType="w" refFor="self" op="none" fact="0.500000" val="0"/>
            <dgm:constr type="t" for="ch" forName="tile4" ptType="all" refPtType="all" refType="h" refFor="self" op="none" fact="0.500000" val="0"/>
            <dgm:constr type="r" for="ch" forName="tile4text" ptType="all" refPtType="all" refType="r" refFor="ch" refForName="tile4" op="none" fact="1.000000" val="0"/>
            <dgm:constr type="b" for="ch" forName="tile4text" ptType="all" refPtType="all" refType="b" refFor="ch" refForName="tile4" op="none" fact="1.000000" val="0"/>
            <dgm:constr type="w" for="ch" forName="tile4text" ptType="all" refPtType="all" refType="w" refFor="ch" refForName="tile4" op="none" fact="1.000000" val="0"/>
            <dgm:constr type="h" for="ch" forName="tile4text" ptType="all" refPtType="all" refType="h" refFor="ch" refForName="tile4" op="none" fact="0.750000" val="0"/>
          </dgm:constrLst>
          <dgm:ruleLst/>
          <dgm:layoutNode name="tile1" styleLbl="node1">
            <dgm:alg type="sp"/>
            <dgm:shape rot="270.000000" type="round1Rect" r:blip="" blipPhldr="0" lkTxEntry="0" zOrderOff="0" hideGeom="0">
              <dgm:adjLst/>
            </dgm:shape>
            <dgm:constrLst/>
            <dgm:ruleLst/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</dgm:layoutNode>
          <dgm:layoutNode name="tile1text" styleLbl="node1">
            <dgm:shape rot="270.000000" type="rect" r:blip="" blipPhldr="0" lkTxEntry="0" zOrderOff="0" hideGeom="1">
              <dgm:adjLst>
                <dgm:adj idx="1" val="0.200000"/>
              </dgm:adjLst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5">
              <dgm:if name="Name6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</dgm:layoutNode>
          <dgm:layoutNode name="tile2" styleLbl="node1">
            <dgm:alg type="sp"/>
            <dgm:shape rot="0.000000" type="round1Rect" r:blip="" blipPhldr="0" lkTxEntry="0" zOrderOff="0" hideGeom="0">
              <dgm:adjLst/>
            </dgm:shape>
            <dgm:constrLst/>
            <dgm:ruleLst/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</dgm:layoutNode>
          <dgm:layoutNode name="tile2text" styleLbl="node1">
            <dgm:shape rot="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14">
              <dgm:if name="Name15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</dgm:layoutNode>
          <dgm:layoutNode name="tile3" styleLbl="node1">
            <dgm:alg type="sp"/>
            <dgm:shape rot="180.000000" type="round1Rect" r:blip="" blipPhldr="0" lkTxEntry="0" zOrderOff="0" hideGeom="0">
              <dgm:adjLst/>
            </dgm:shape>
            <dgm:constrLst/>
            <dgm:ruleLst/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</dgm:layoutNode>
          <dgm:layoutNode name="tile3text" styleLbl="node1">
            <dgm:shape rot="18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23">
              <dgm:if name="Name24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</dgm:layoutNode>
          <dgm:layoutNode name="tile4" styleLbl="node1">
            <dgm:alg type="sp"/>
            <dgm:shape rot="90.000000" type="round1Rect" r:blip="" blipPhldr="0" lkTxEntry="0" zOrderOff="0" hideGeom="0">
              <dgm:adjLst/>
            </dgm:shape>
            <dgm:constrLst/>
            <dgm:ruleLst/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</dgm:layoutNode>
          <dgm:layoutNode name="tile4text" styleLbl="node1">
            <dgm:shape rot="9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32">
              <dgm:if name="Name33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</dgm:layoutNode>
        </dgm:layoutNode>
        <dgm:layoutNode name="centerTile" styleLbl="fgShp">
          <dgm:alg type="tx"/>
          <dgm:shape rot="0.000000" type="roundRect" r:blip="" blipPhldr="0" lkTxEntry="0" zOrderOff="0" hideGeom="0">
            <dgm:adjLst/>
          </dgm:shape>
          <dgm:presOf axis="ch" ptType="node" cnt="1"/>
          <dgm:constrLst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</dgm:varLst>
        </dgm:layoutNode>
      </dgm:if>
      <dgm:else name="Name38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13" type="node">
          <dgm:prSet phldr="1"/>
        </dgm:pt>
        <dgm:pt modelId="14" type="node">
          <dgm:prSet phldr="1"/>
        </dgm:pt>
      </dgm:ptLst>
      <dgm:cxnLst>
        <dgm:cxn modelId="2" type="parOf" srcId="0" destId="1" srcOrd="0" destOrd="0"/>
        <dgm:cxn modelId="3" type="parOf" srcId="1" destId="11" srcOrd="0" destOrd="0"/>
        <dgm:cxn modelId="4" type="parOf" srcId="1" destId="12" srcOrd="1" destOrd="0"/>
        <dgm:cxn modelId="5" type="parOf" srcId="1" destId="13" srcOrd="2" destOrd="0"/>
        <dgm:cxn modelId="6" type="parOf" srcId="1" destId="14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clrData>
  <dgm:layoutNode name="diagram">
    <dgm:alg type="composite"/>
    <dgm:shape rot="0.000000" type="none" r:blip="" blipPhldr="0" lkTxEntry="0" zOrderOff="0" hideGeom="0">
      <dgm:adjLst/>
    </dgm:shape>
    <dgm:presOf/>
    <dgm:constrLst>
      <dgm:constr type="ctrX" for="ch" forName="matrix" ptType="all" refPtType="all" refType="w" refFor="self" op="none" fact="0.500000" val="0"/>
      <dgm:constr type="ctrY" for="ch" forName="matrix" ptType="all" refPtType="all" refType="h" refFor="self" op="none" fact="0.500000" val="0"/>
      <dgm:constr type="w" for="ch" forName="matrix" ptType="all" refPtType="all" refType="w" refFor="self" op="none" fact="1.000000" val="0"/>
      <dgm:constr type="h" for="ch" forName="matrix" ptType="all" refPtType="all" refType="h" refFor="self" op="none" fact="1.000000" val="0"/>
      <dgm:constr type="ctrX" for="ch" forName="centerTile" ptType="all" refPtType="all" refType="w" refFor="self" op="none" fact="0.500000" val="0"/>
      <dgm:constr type="ctrY" for="ch" forName="centerTile" ptType="all" refPtType="all" refType="h" refFor="self" op="none" fact="0.500000" val="0"/>
      <dgm:constr type="w" for="ch" forName="centerTile" ptType="all" refPtType="all" refType="w" refFor="self" op="none" fact="0.300000" val="0"/>
      <dgm:constr type="h" for="ch" forName="centerTile" ptType="all" refPtType="all" refType="h" refFor="self" op="none" fact="0.250000" val="0"/>
      <dgm:constr type="primFontSz" for="des" ptType="node" refPtType="all" refType="none" refFor="self" op="equ" fact="1.000000" val="65"/>
    </dgm:constrLst>
    <dgm:ruleLst/>
    <dgm:varLst>
      <dgm:chMax val="1"/>
      <dgm:dir val="norm"/>
      <dgm:animLvl val="ctr"/>
      <dgm:resizeHandles val="exact"/>
    </dgm:varLst>
    <dgm:choose name="Name0">
      <dgm:if name="Name1" axis="ch" ptType="node" func="cnt" arg="none" op="gte" val="1">
        <dgm:layoutNode name="matrix">
          <dgm:alg type="composite"/>
          <dgm:shape rot="0.000000" type="none" r:blip="" blipPhldr="0" lkTxEntry="0" zOrderOff="0" hideGeom="0">
            <dgm:adjLst/>
          </dgm:shape>
          <dgm:presOf/>
          <dgm:constrLst>
            <dgm:constr type="l" for="ch" forName="tile1" ptType="all" refPtType="all" refType="none" refFor="self" op="none" fact="1.000000" val="0"/>
            <dgm:constr type="t" for="ch" forName="tile1" ptType="all" refPtType="all" refType="none" refFor="self" op="none" fact="1.000000" val="0"/>
            <dgm:constr type="r" for="ch" forName="tile1" ptType="all" refPtType="all" refType="w" refFor="self" op="none" fact="0.500000" val="0"/>
            <dgm:constr type="b" for="ch" forName="tile1" ptType="all" refPtType="all" refType="h" refFor="self" op="none" fact="0.500000" val="0"/>
            <dgm:constr type="l" for="ch" forName="tile1text" ptType="all" refPtType="all" refType="l" refFor="ch" refForName="tile1" op="none" fact="1.000000" val="0"/>
            <dgm:constr type="t" for="ch" forName="tile1text" ptType="all" refPtType="all" refType="t" refFor="ch" refForName="tile1" op="none" fact="1.000000" val="0"/>
            <dgm:constr type="w" for="ch" forName="tile1text" ptType="all" refPtType="all" refType="w" refFor="ch" refForName="tile1" op="none" fact="1.000000" val="0"/>
            <dgm:constr type="h" for="ch" forName="tile1text" ptType="all" refPtType="all" refType="h" refFor="ch" refForName="tile1" op="none" fact="0.750000" val="0"/>
            <dgm:constr type="r" for="ch" forName="tile2" ptType="all" refPtType="all" refType="w" refFor="self" op="none" fact="1.000000" val="0"/>
            <dgm:constr type="t" for="ch" forName="tile2" ptType="all" refPtType="all" refType="none" refFor="self" op="none" fact="1.000000" val="0"/>
            <dgm:constr type="l" for="ch" forName="tile2" ptType="all" refPtType="all" refType="w" refFor="self" op="none" fact="0.500000" val="0"/>
            <dgm:constr type="b" for="ch" forName="tile2" ptType="all" refPtType="all" refType="h" refFor="self" op="none" fact="0.500000" val="0"/>
            <dgm:constr type="r" for="ch" forName="tile2text" ptType="all" refPtType="all" refType="r" refFor="ch" refForName="tile2" op="none" fact="1.000000" val="0"/>
            <dgm:constr type="t" for="ch" forName="tile2text" ptType="all" refPtType="all" refType="t" refFor="ch" refForName="tile2" op="none" fact="1.000000" val="0"/>
            <dgm:constr type="w" for="ch" forName="tile2text" ptType="all" refPtType="all" refType="w" refFor="ch" refForName="tile2" op="none" fact="1.000000" val="0"/>
            <dgm:constr type="h" for="ch" forName="tile2text" ptType="all" refPtType="all" refType="h" refFor="ch" refForName="tile2" op="none" fact="0.750000" val="0"/>
            <dgm:constr type="l" for="ch" forName="tile3" ptType="all" refPtType="all" refType="none" refFor="self" op="none" fact="1.000000" val="0"/>
            <dgm:constr type="b" for="ch" forName="tile3" ptType="all" refPtType="all" refType="h" refFor="self" op="none" fact="1.000000" val="0"/>
            <dgm:constr type="r" for="ch" forName="tile3" ptType="all" refPtType="all" refType="w" refFor="self" op="none" fact="0.500000" val="0"/>
            <dgm:constr type="t" for="ch" forName="tile3" ptType="all" refPtType="all" refType="h" refFor="self" op="none" fact="0.500000" val="0"/>
            <dgm:constr type="l" for="ch" forName="tile3text" ptType="all" refPtType="all" refType="l" refFor="ch" refForName="tile3" op="none" fact="1.000000" val="0"/>
            <dgm:constr type="b" for="ch" forName="tile3text" ptType="all" refPtType="all" refType="b" refFor="ch" refForName="tile3" op="none" fact="1.000000" val="0"/>
            <dgm:constr type="w" for="ch" forName="tile3text" ptType="all" refPtType="all" refType="w" refFor="ch" refForName="tile3" op="none" fact="1.000000" val="0"/>
            <dgm:constr type="h" for="ch" forName="tile3text" ptType="all" refPtType="all" refType="h" refFor="ch" refForName="tile3" op="none" fact="0.750000" val="0"/>
            <dgm:constr type="r" for="ch" forName="tile4" ptType="all" refPtType="all" refType="w" refFor="self" op="none" fact="1.000000" val="0"/>
            <dgm:constr type="b" for="ch" forName="tile4" ptType="all" refPtType="all" refType="h" refFor="self" op="none" fact="1.000000" val="0"/>
            <dgm:constr type="l" for="ch" forName="tile4" ptType="all" refPtType="all" refType="w" refFor="self" op="none" fact="0.500000" val="0"/>
            <dgm:constr type="t" for="ch" forName="tile4" ptType="all" refPtType="all" refType="h" refFor="self" op="none" fact="0.500000" val="0"/>
            <dgm:constr type="r" for="ch" forName="tile4text" ptType="all" refPtType="all" refType="r" refFor="ch" refForName="tile4" op="none" fact="1.000000" val="0"/>
            <dgm:constr type="b" for="ch" forName="tile4text" ptType="all" refPtType="all" refType="b" refFor="ch" refForName="tile4" op="none" fact="1.000000" val="0"/>
            <dgm:constr type="w" for="ch" forName="tile4text" ptType="all" refPtType="all" refType="w" refFor="ch" refForName="tile4" op="none" fact="1.000000" val="0"/>
            <dgm:constr type="h" for="ch" forName="tile4text" ptType="all" refPtType="all" refType="h" refFor="ch" refForName="tile4" op="none" fact="0.750000" val="0"/>
          </dgm:constrLst>
          <dgm:ruleLst/>
          <dgm:layoutNode name="tile1" styleLbl="node1">
            <dgm:alg type="sp"/>
            <dgm:shape rot="270.000000" type="round1Rect" r:blip="" blipPhldr="0" lkTxEntry="0" zOrderOff="0" hideGeom="0">
              <dgm:adjLst/>
            </dgm:shape>
            <dgm:constrLst/>
            <dgm:ruleLst/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</dgm:layoutNode>
          <dgm:layoutNode name="tile1text" styleLbl="node1">
            <dgm:shape rot="270.000000" type="rect" r:blip="" blipPhldr="0" lkTxEntry="0" zOrderOff="0" hideGeom="1">
              <dgm:adjLst>
                <dgm:adj idx="1" val="0.200000"/>
              </dgm:adjLst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5">
              <dgm:if name="Name6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</dgm:layoutNode>
          <dgm:layoutNode name="tile2" styleLbl="node1">
            <dgm:alg type="sp"/>
            <dgm:shape rot="0.000000" type="round1Rect" r:blip="" blipPhldr="0" lkTxEntry="0" zOrderOff="0" hideGeom="0">
              <dgm:adjLst/>
            </dgm:shape>
            <dgm:constrLst/>
            <dgm:ruleLst/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</dgm:layoutNode>
          <dgm:layoutNode name="tile2text" styleLbl="node1">
            <dgm:shape rot="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14">
              <dgm:if name="Name15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</dgm:layoutNode>
          <dgm:layoutNode name="tile3" styleLbl="node1">
            <dgm:alg type="sp"/>
            <dgm:shape rot="180.000000" type="round1Rect" r:blip="" blipPhldr="0" lkTxEntry="0" zOrderOff="0" hideGeom="0">
              <dgm:adjLst/>
            </dgm:shape>
            <dgm:constrLst/>
            <dgm:ruleLst/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</dgm:layoutNode>
          <dgm:layoutNode name="tile3text" styleLbl="node1">
            <dgm:shape rot="18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23">
              <dgm:if name="Name24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</dgm:layoutNode>
          <dgm:layoutNode name="tile4" styleLbl="node1">
            <dgm:alg type="sp"/>
            <dgm:shape rot="90.000000" type="round1Rect" r:blip="" blipPhldr="0" lkTxEntry="0" zOrderOff="0" hideGeom="0">
              <dgm:adjLst/>
            </dgm:shape>
            <dgm:constrLst/>
            <dgm:ruleLst/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</dgm:layoutNode>
          <dgm:layoutNode name="tile4text" styleLbl="node1">
            <dgm:shape rot="9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32">
              <dgm:if name="Name33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</dgm:layoutNode>
        </dgm:layoutNode>
        <dgm:layoutNode name="centerTile" styleLbl="fgShp">
          <dgm:alg type="tx"/>
          <dgm:shape rot="0.000000" type="roundRect" r:blip="" blipPhldr="0" lkTxEntry="0" zOrderOff="0" hideGeom="0">
            <dgm:adjLst/>
          </dgm:shape>
          <dgm:presOf axis="ch" ptType="node" cnt="1"/>
          <dgm:constrLst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</dgm:varLst>
        </dgm:layoutNode>
      </dgm:if>
      <dgm:else name="Name38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13" type="node">
          <dgm:prSet phldr="1"/>
        </dgm:pt>
        <dgm:pt modelId="14" type="node">
          <dgm:prSet phldr="1"/>
        </dgm:pt>
      </dgm:ptLst>
      <dgm:cxnLst>
        <dgm:cxn modelId="2" type="parOf" srcId="0" destId="1" srcOrd="0" destOrd="0"/>
        <dgm:cxn modelId="3" type="parOf" srcId="1" destId="11" srcOrd="0" destOrd="0"/>
        <dgm:cxn modelId="4" type="parOf" srcId="1" destId="12" srcOrd="1" destOrd="0"/>
        <dgm:cxn modelId="5" type="parOf" srcId="1" destId="13" srcOrd="2" destOrd="0"/>
        <dgm:cxn modelId="6" type="parOf" srcId="1" destId="14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clrData>
  <dgm:layoutNode name="diagram">
    <dgm:alg type="composite"/>
    <dgm:shape rot="0.000000" type="none" r:blip="" blipPhldr="0" lkTxEntry="0" zOrderOff="0" hideGeom="0">
      <dgm:adjLst/>
    </dgm:shape>
    <dgm:presOf/>
    <dgm:constrLst>
      <dgm:constr type="ctrX" for="ch" forName="matrix" ptType="all" refPtType="all" refType="w" refFor="self" op="none" fact="0.500000" val="0"/>
      <dgm:constr type="ctrY" for="ch" forName="matrix" ptType="all" refPtType="all" refType="h" refFor="self" op="none" fact="0.500000" val="0"/>
      <dgm:constr type="w" for="ch" forName="matrix" ptType="all" refPtType="all" refType="w" refFor="self" op="none" fact="1.000000" val="0"/>
      <dgm:constr type="h" for="ch" forName="matrix" ptType="all" refPtType="all" refType="h" refFor="self" op="none" fact="1.000000" val="0"/>
      <dgm:constr type="ctrX" for="ch" forName="centerTile" ptType="all" refPtType="all" refType="w" refFor="self" op="none" fact="0.500000" val="0"/>
      <dgm:constr type="ctrY" for="ch" forName="centerTile" ptType="all" refPtType="all" refType="h" refFor="self" op="none" fact="0.500000" val="0"/>
      <dgm:constr type="w" for="ch" forName="centerTile" ptType="all" refPtType="all" refType="w" refFor="self" op="none" fact="0.300000" val="0"/>
      <dgm:constr type="h" for="ch" forName="centerTile" ptType="all" refPtType="all" refType="h" refFor="self" op="none" fact="0.250000" val="0"/>
      <dgm:constr type="primFontSz" for="des" ptType="node" refPtType="all" refType="none" refFor="self" op="equ" fact="1.000000" val="65"/>
    </dgm:constrLst>
    <dgm:ruleLst/>
    <dgm:varLst>
      <dgm:chMax val="1"/>
      <dgm:dir val="norm"/>
      <dgm:animLvl val="ctr"/>
      <dgm:resizeHandles val="exact"/>
    </dgm:varLst>
    <dgm:choose name="Name0">
      <dgm:if name="Name1" axis="ch" ptType="node" func="cnt" arg="none" op="gte" val="1">
        <dgm:layoutNode name="matrix">
          <dgm:alg type="composite"/>
          <dgm:shape rot="0.000000" type="none" r:blip="" blipPhldr="0" lkTxEntry="0" zOrderOff="0" hideGeom="0">
            <dgm:adjLst/>
          </dgm:shape>
          <dgm:presOf/>
          <dgm:constrLst>
            <dgm:constr type="l" for="ch" forName="tile1" ptType="all" refPtType="all" refType="none" refFor="self" op="none" fact="1.000000" val="0"/>
            <dgm:constr type="t" for="ch" forName="tile1" ptType="all" refPtType="all" refType="none" refFor="self" op="none" fact="1.000000" val="0"/>
            <dgm:constr type="r" for="ch" forName="tile1" ptType="all" refPtType="all" refType="w" refFor="self" op="none" fact="0.500000" val="0"/>
            <dgm:constr type="b" for="ch" forName="tile1" ptType="all" refPtType="all" refType="h" refFor="self" op="none" fact="0.500000" val="0"/>
            <dgm:constr type="l" for="ch" forName="tile1text" ptType="all" refPtType="all" refType="l" refFor="ch" refForName="tile1" op="none" fact="1.000000" val="0"/>
            <dgm:constr type="t" for="ch" forName="tile1text" ptType="all" refPtType="all" refType="t" refFor="ch" refForName="tile1" op="none" fact="1.000000" val="0"/>
            <dgm:constr type="w" for="ch" forName="tile1text" ptType="all" refPtType="all" refType="w" refFor="ch" refForName="tile1" op="none" fact="1.000000" val="0"/>
            <dgm:constr type="h" for="ch" forName="tile1text" ptType="all" refPtType="all" refType="h" refFor="ch" refForName="tile1" op="none" fact="0.750000" val="0"/>
            <dgm:constr type="r" for="ch" forName="tile2" ptType="all" refPtType="all" refType="w" refFor="self" op="none" fact="1.000000" val="0"/>
            <dgm:constr type="t" for="ch" forName="tile2" ptType="all" refPtType="all" refType="none" refFor="self" op="none" fact="1.000000" val="0"/>
            <dgm:constr type="l" for="ch" forName="tile2" ptType="all" refPtType="all" refType="w" refFor="self" op="none" fact="0.500000" val="0"/>
            <dgm:constr type="b" for="ch" forName="tile2" ptType="all" refPtType="all" refType="h" refFor="self" op="none" fact="0.500000" val="0"/>
            <dgm:constr type="r" for="ch" forName="tile2text" ptType="all" refPtType="all" refType="r" refFor="ch" refForName="tile2" op="none" fact="1.000000" val="0"/>
            <dgm:constr type="t" for="ch" forName="tile2text" ptType="all" refPtType="all" refType="t" refFor="ch" refForName="tile2" op="none" fact="1.000000" val="0"/>
            <dgm:constr type="w" for="ch" forName="tile2text" ptType="all" refPtType="all" refType="w" refFor="ch" refForName="tile2" op="none" fact="1.000000" val="0"/>
            <dgm:constr type="h" for="ch" forName="tile2text" ptType="all" refPtType="all" refType="h" refFor="ch" refForName="tile2" op="none" fact="0.750000" val="0"/>
            <dgm:constr type="l" for="ch" forName="tile3" ptType="all" refPtType="all" refType="none" refFor="self" op="none" fact="1.000000" val="0"/>
            <dgm:constr type="b" for="ch" forName="tile3" ptType="all" refPtType="all" refType="h" refFor="self" op="none" fact="1.000000" val="0"/>
            <dgm:constr type="r" for="ch" forName="tile3" ptType="all" refPtType="all" refType="w" refFor="self" op="none" fact="0.500000" val="0"/>
            <dgm:constr type="t" for="ch" forName="tile3" ptType="all" refPtType="all" refType="h" refFor="self" op="none" fact="0.500000" val="0"/>
            <dgm:constr type="l" for="ch" forName="tile3text" ptType="all" refPtType="all" refType="l" refFor="ch" refForName="tile3" op="none" fact="1.000000" val="0"/>
            <dgm:constr type="b" for="ch" forName="tile3text" ptType="all" refPtType="all" refType="b" refFor="ch" refForName="tile3" op="none" fact="1.000000" val="0"/>
            <dgm:constr type="w" for="ch" forName="tile3text" ptType="all" refPtType="all" refType="w" refFor="ch" refForName="tile3" op="none" fact="1.000000" val="0"/>
            <dgm:constr type="h" for="ch" forName="tile3text" ptType="all" refPtType="all" refType="h" refFor="ch" refForName="tile3" op="none" fact="0.750000" val="0"/>
            <dgm:constr type="r" for="ch" forName="tile4" ptType="all" refPtType="all" refType="w" refFor="self" op="none" fact="1.000000" val="0"/>
            <dgm:constr type="b" for="ch" forName="tile4" ptType="all" refPtType="all" refType="h" refFor="self" op="none" fact="1.000000" val="0"/>
            <dgm:constr type="l" for="ch" forName="tile4" ptType="all" refPtType="all" refType="w" refFor="self" op="none" fact="0.500000" val="0"/>
            <dgm:constr type="t" for="ch" forName="tile4" ptType="all" refPtType="all" refType="h" refFor="self" op="none" fact="0.500000" val="0"/>
            <dgm:constr type="r" for="ch" forName="tile4text" ptType="all" refPtType="all" refType="r" refFor="ch" refForName="tile4" op="none" fact="1.000000" val="0"/>
            <dgm:constr type="b" for="ch" forName="tile4text" ptType="all" refPtType="all" refType="b" refFor="ch" refForName="tile4" op="none" fact="1.000000" val="0"/>
            <dgm:constr type="w" for="ch" forName="tile4text" ptType="all" refPtType="all" refType="w" refFor="ch" refForName="tile4" op="none" fact="1.000000" val="0"/>
            <dgm:constr type="h" for="ch" forName="tile4text" ptType="all" refPtType="all" refType="h" refFor="ch" refForName="tile4" op="none" fact="0.750000" val="0"/>
          </dgm:constrLst>
          <dgm:ruleLst/>
          <dgm:layoutNode name="tile1" styleLbl="node1">
            <dgm:alg type="sp"/>
            <dgm:shape rot="270.000000" type="round1Rect" r:blip="" blipPhldr="0" lkTxEntry="0" zOrderOff="0" hideGeom="0">
              <dgm:adjLst/>
            </dgm:shape>
            <dgm:constrLst/>
            <dgm:ruleLst/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</dgm:layoutNode>
          <dgm:layoutNode name="tile1text" styleLbl="node1">
            <dgm:shape rot="270.000000" type="rect" r:blip="" blipPhldr="0" lkTxEntry="0" zOrderOff="0" hideGeom="1">
              <dgm:adjLst>
                <dgm:adj idx="1" val="0.200000"/>
              </dgm:adjLst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5">
              <dgm:if name="Name6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</dgm:layoutNode>
          <dgm:layoutNode name="tile2" styleLbl="node1">
            <dgm:alg type="sp"/>
            <dgm:shape rot="0.000000" type="round1Rect" r:blip="" blipPhldr="0" lkTxEntry="0" zOrderOff="0" hideGeom="0">
              <dgm:adjLst/>
            </dgm:shape>
            <dgm:constrLst/>
            <dgm:ruleLst/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</dgm:layoutNode>
          <dgm:layoutNode name="tile2text" styleLbl="node1">
            <dgm:shape rot="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14">
              <dgm:if name="Name15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</dgm:layoutNode>
          <dgm:layoutNode name="tile3" styleLbl="node1">
            <dgm:alg type="sp"/>
            <dgm:shape rot="180.000000" type="round1Rect" r:blip="" blipPhldr="0" lkTxEntry="0" zOrderOff="0" hideGeom="0">
              <dgm:adjLst/>
            </dgm:shape>
            <dgm:constrLst/>
            <dgm:ruleLst/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</dgm:layoutNode>
          <dgm:layoutNode name="tile3text" styleLbl="node1">
            <dgm:shape rot="18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23">
              <dgm:if name="Name24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</dgm:layoutNode>
          <dgm:layoutNode name="tile4" styleLbl="node1">
            <dgm:alg type="sp"/>
            <dgm:shape rot="90.000000" type="round1Rect" r:blip="" blipPhldr="0" lkTxEntry="0" zOrderOff="0" hideGeom="0">
              <dgm:adjLst/>
            </dgm:shape>
            <dgm:constrLst/>
            <dgm:ruleLst/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</dgm:layoutNode>
          <dgm:layoutNode name="tile4text" styleLbl="node1">
            <dgm:shape rot="9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32">
              <dgm:if name="Name33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</dgm:layoutNode>
        </dgm:layoutNode>
        <dgm:layoutNode name="centerTile" styleLbl="fgShp">
          <dgm:alg type="tx"/>
          <dgm:shape rot="0.000000" type="roundRect" r:blip="" blipPhldr="0" lkTxEntry="0" zOrderOff="0" hideGeom="0">
            <dgm:adjLst/>
          </dgm:shape>
          <dgm:presOf axis="ch" ptType="node" cnt="1"/>
          <dgm:constrLst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</dgm:varLst>
        </dgm:layoutNode>
      </dgm:if>
      <dgm:else name="Name38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13" type="node">
          <dgm:prSet phldr="1"/>
        </dgm:pt>
        <dgm:pt modelId="14" type="node">
          <dgm:prSet phldr="1"/>
        </dgm:pt>
      </dgm:ptLst>
      <dgm:cxnLst>
        <dgm:cxn modelId="2" type="parOf" srcId="0" destId="1" srcOrd="0" destOrd="0"/>
        <dgm:cxn modelId="3" type="parOf" srcId="1" destId="11" srcOrd="0" destOrd="0"/>
        <dgm:cxn modelId="4" type="parOf" srcId="1" destId="12" srcOrd="1" destOrd="0"/>
        <dgm:cxn modelId="5" type="parOf" srcId="1" destId="13" srcOrd="2" destOrd="0"/>
        <dgm:cxn modelId="6" type="parOf" srcId="1" destId="14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clrData>
  <dgm:layoutNode name="diagram">
    <dgm:alg type="composite"/>
    <dgm:shape rot="0.000000" type="none" r:blip="" blipPhldr="0" lkTxEntry="0" zOrderOff="0" hideGeom="0">
      <dgm:adjLst/>
    </dgm:shape>
    <dgm:presOf/>
    <dgm:constrLst>
      <dgm:constr type="ctrX" for="ch" forName="matrix" ptType="all" refPtType="all" refType="w" refFor="self" op="none" fact="0.500000" val="0"/>
      <dgm:constr type="ctrY" for="ch" forName="matrix" ptType="all" refPtType="all" refType="h" refFor="self" op="none" fact="0.500000" val="0"/>
      <dgm:constr type="w" for="ch" forName="matrix" ptType="all" refPtType="all" refType="w" refFor="self" op="none" fact="1.000000" val="0"/>
      <dgm:constr type="h" for="ch" forName="matrix" ptType="all" refPtType="all" refType="h" refFor="self" op="none" fact="1.000000" val="0"/>
      <dgm:constr type="ctrX" for="ch" forName="centerTile" ptType="all" refPtType="all" refType="w" refFor="self" op="none" fact="0.500000" val="0"/>
      <dgm:constr type="ctrY" for="ch" forName="centerTile" ptType="all" refPtType="all" refType="h" refFor="self" op="none" fact="0.500000" val="0"/>
      <dgm:constr type="w" for="ch" forName="centerTile" ptType="all" refPtType="all" refType="w" refFor="self" op="none" fact="0.300000" val="0"/>
      <dgm:constr type="h" for="ch" forName="centerTile" ptType="all" refPtType="all" refType="h" refFor="self" op="none" fact="0.250000" val="0"/>
      <dgm:constr type="primFontSz" for="des" ptType="node" refPtType="all" refType="none" refFor="self" op="equ" fact="1.000000" val="65"/>
    </dgm:constrLst>
    <dgm:ruleLst/>
    <dgm:varLst>
      <dgm:chMax val="1"/>
      <dgm:dir val="norm"/>
      <dgm:animLvl val="ctr"/>
      <dgm:resizeHandles val="exact"/>
    </dgm:varLst>
    <dgm:choose name="Name0">
      <dgm:if name="Name1" axis="ch" ptType="node" func="cnt" arg="none" op="gte" val="1">
        <dgm:layoutNode name="matrix">
          <dgm:alg type="composite"/>
          <dgm:shape rot="0.000000" type="none" r:blip="" blipPhldr="0" lkTxEntry="0" zOrderOff="0" hideGeom="0">
            <dgm:adjLst/>
          </dgm:shape>
          <dgm:presOf/>
          <dgm:constrLst>
            <dgm:constr type="l" for="ch" forName="tile1" ptType="all" refPtType="all" refType="none" refFor="self" op="none" fact="1.000000" val="0"/>
            <dgm:constr type="t" for="ch" forName="tile1" ptType="all" refPtType="all" refType="none" refFor="self" op="none" fact="1.000000" val="0"/>
            <dgm:constr type="r" for="ch" forName="tile1" ptType="all" refPtType="all" refType="w" refFor="self" op="none" fact="0.500000" val="0"/>
            <dgm:constr type="b" for="ch" forName="tile1" ptType="all" refPtType="all" refType="h" refFor="self" op="none" fact="0.500000" val="0"/>
            <dgm:constr type="l" for="ch" forName="tile1text" ptType="all" refPtType="all" refType="l" refFor="ch" refForName="tile1" op="none" fact="1.000000" val="0"/>
            <dgm:constr type="t" for="ch" forName="tile1text" ptType="all" refPtType="all" refType="t" refFor="ch" refForName="tile1" op="none" fact="1.000000" val="0"/>
            <dgm:constr type="w" for="ch" forName="tile1text" ptType="all" refPtType="all" refType="w" refFor="ch" refForName="tile1" op="none" fact="1.000000" val="0"/>
            <dgm:constr type="h" for="ch" forName="tile1text" ptType="all" refPtType="all" refType="h" refFor="ch" refForName="tile1" op="none" fact="0.750000" val="0"/>
            <dgm:constr type="r" for="ch" forName="tile2" ptType="all" refPtType="all" refType="w" refFor="self" op="none" fact="1.000000" val="0"/>
            <dgm:constr type="t" for="ch" forName="tile2" ptType="all" refPtType="all" refType="none" refFor="self" op="none" fact="1.000000" val="0"/>
            <dgm:constr type="l" for="ch" forName="tile2" ptType="all" refPtType="all" refType="w" refFor="self" op="none" fact="0.500000" val="0"/>
            <dgm:constr type="b" for="ch" forName="tile2" ptType="all" refPtType="all" refType="h" refFor="self" op="none" fact="0.500000" val="0"/>
            <dgm:constr type="r" for="ch" forName="tile2text" ptType="all" refPtType="all" refType="r" refFor="ch" refForName="tile2" op="none" fact="1.000000" val="0"/>
            <dgm:constr type="t" for="ch" forName="tile2text" ptType="all" refPtType="all" refType="t" refFor="ch" refForName="tile2" op="none" fact="1.000000" val="0"/>
            <dgm:constr type="w" for="ch" forName="tile2text" ptType="all" refPtType="all" refType="w" refFor="ch" refForName="tile2" op="none" fact="1.000000" val="0"/>
            <dgm:constr type="h" for="ch" forName="tile2text" ptType="all" refPtType="all" refType="h" refFor="ch" refForName="tile2" op="none" fact="0.750000" val="0"/>
            <dgm:constr type="l" for="ch" forName="tile3" ptType="all" refPtType="all" refType="none" refFor="self" op="none" fact="1.000000" val="0"/>
            <dgm:constr type="b" for="ch" forName="tile3" ptType="all" refPtType="all" refType="h" refFor="self" op="none" fact="1.000000" val="0"/>
            <dgm:constr type="r" for="ch" forName="tile3" ptType="all" refPtType="all" refType="w" refFor="self" op="none" fact="0.500000" val="0"/>
            <dgm:constr type="t" for="ch" forName="tile3" ptType="all" refPtType="all" refType="h" refFor="self" op="none" fact="0.500000" val="0"/>
            <dgm:constr type="l" for="ch" forName="tile3text" ptType="all" refPtType="all" refType="l" refFor="ch" refForName="tile3" op="none" fact="1.000000" val="0"/>
            <dgm:constr type="b" for="ch" forName="tile3text" ptType="all" refPtType="all" refType="b" refFor="ch" refForName="tile3" op="none" fact="1.000000" val="0"/>
            <dgm:constr type="w" for="ch" forName="tile3text" ptType="all" refPtType="all" refType="w" refFor="ch" refForName="tile3" op="none" fact="1.000000" val="0"/>
            <dgm:constr type="h" for="ch" forName="tile3text" ptType="all" refPtType="all" refType="h" refFor="ch" refForName="tile3" op="none" fact="0.750000" val="0"/>
            <dgm:constr type="r" for="ch" forName="tile4" ptType="all" refPtType="all" refType="w" refFor="self" op="none" fact="1.000000" val="0"/>
            <dgm:constr type="b" for="ch" forName="tile4" ptType="all" refPtType="all" refType="h" refFor="self" op="none" fact="1.000000" val="0"/>
            <dgm:constr type="l" for="ch" forName="tile4" ptType="all" refPtType="all" refType="w" refFor="self" op="none" fact="0.500000" val="0"/>
            <dgm:constr type="t" for="ch" forName="tile4" ptType="all" refPtType="all" refType="h" refFor="self" op="none" fact="0.500000" val="0"/>
            <dgm:constr type="r" for="ch" forName="tile4text" ptType="all" refPtType="all" refType="r" refFor="ch" refForName="tile4" op="none" fact="1.000000" val="0"/>
            <dgm:constr type="b" for="ch" forName="tile4text" ptType="all" refPtType="all" refType="b" refFor="ch" refForName="tile4" op="none" fact="1.000000" val="0"/>
            <dgm:constr type="w" for="ch" forName="tile4text" ptType="all" refPtType="all" refType="w" refFor="ch" refForName="tile4" op="none" fact="1.000000" val="0"/>
            <dgm:constr type="h" for="ch" forName="tile4text" ptType="all" refPtType="all" refType="h" refFor="ch" refForName="tile4" op="none" fact="0.750000" val="0"/>
          </dgm:constrLst>
          <dgm:ruleLst/>
          <dgm:layoutNode name="tile1" styleLbl="node1">
            <dgm:alg type="sp"/>
            <dgm:shape rot="270.000000" type="round1Rect" r:blip="" blipPhldr="0" lkTxEntry="0" zOrderOff="0" hideGeom="0">
              <dgm:adjLst/>
            </dgm:shape>
            <dgm:constrLst/>
            <dgm:ruleLst/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</dgm:layoutNode>
          <dgm:layoutNode name="tile1text" styleLbl="node1">
            <dgm:shape rot="270.000000" type="rect" r:blip="" blipPhldr="0" lkTxEntry="0" zOrderOff="0" hideGeom="1">
              <dgm:adjLst>
                <dgm:adj idx="1" val="0.200000"/>
              </dgm:adjLst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5">
              <dgm:if name="Name6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</dgm:layoutNode>
          <dgm:layoutNode name="tile2" styleLbl="node1">
            <dgm:alg type="sp"/>
            <dgm:shape rot="0.000000" type="round1Rect" r:blip="" blipPhldr="0" lkTxEntry="0" zOrderOff="0" hideGeom="0">
              <dgm:adjLst/>
            </dgm:shape>
            <dgm:constrLst/>
            <dgm:ruleLst/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</dgm:layoutNode>
          <dgm:layoutNode name="tile2text" styleLbl="node1">
            <dgm:shape rot="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14">
              <dgm:if name="Name15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</dgm:layoutNode>
          <dgm:layoutNode name="tile3" styleLbl="node1">
            <dgm:alg type="sp"/>
            <dgm:shape rot="180.000000" type="round1Rect" r:blip="" blipPhldr="0" lkTxEntry="0" zOrderOff="0" hideGeom="0">
              <dgm:adjLst/>
            </dgm:shape>
            <dgm:constrLst/>
            <dgm:ruleLst/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</dgm:layoutNode>
          <dgm:layoutNode name="tile3text" styleLbl="node1">
            <dgm:shape rot="18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23">
              <dgm:if name="Name24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</dgm:layoutNode>
          <dgm:layoutNode name="tile4" styleLbl="node1">
            <dgm:alg type="sp"/>
            <dgm:shape rot="90.000000" type="round1Rect" r:blip="" blipPhldr="0" lkTxEntry="0" zOrderOff="0" hideGeom="0">
              <dgm:adjLst/>
            </dgm:shape>
            <dgm:constrLst/>
            <dgm:ruleLst/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</dgm:layoutNode>
          <dgm:layoutNode name="tile4text" styleLbl="node1">
            <dgm:shape rot="9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32">
              <dgm:if name="Name33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</dgm:layoutNode>
        </dgm:layoutNode>
        <dgm:layoutNode name="centerTile" styleLbl="fgShp">
          <dgm:alg type="tx"/>
          <dgm:shape rot="0.000000" type="roundRect" r:blip="" blipPhldr="0" lkTxEntry="0" zOrderOff="0" hideGeom="0">
            <dgm:adjLst/>
          </dgm:shape>
          <dgm:presOf axis="ch" ptType="node" cnt="1"/>
          <dgm:constrLst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</dgm:varLst>
        </dgm:layoutNode>
      </dgm:if>
      <dgm:else name="Name38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13" type="node">
          <dgm:prSet phldr="1"/>
        </dgm:pt>
        <dgm:pt modelId="14" type="node">
          <dgm:prSet phldr="1"/>
        </dgm:pt>
      </dgm:ptLst>
      <dgm:cxnLst>
        <dgm:cxn modelId="2" type="parOf" srcId="0" destId="1" srcOrd="0" destOrd="0"/>
        <dgm:cxn modelId="3" type="parOf" srcId="1" destId="11" srcOrd="0" destOrd="0"/>
        <dgm:cxn modelId="4" type="parOf" srcId="1" destId="12" srcOrd="1" destOrd="0"/>
        <dgm:cxn modelId="5" type="parOf" srcId="1" destId="13" srcOrd="2" destOrd="0"/>
        <dgm:cxn modelId="6" type="parOf" srcId="1" destId="14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clrData>
  <dgm:layoutNode name="diagram">
    <dgm:alg type="composite"/>
    <dgm:shape rot="0.000000" type="none" r:blip="" blipPhldr="0" lkTxEntry="0" zOrderOff="0" hideGeom="0">
      <dgm:adjLst/>
    </dgm:shape>
    <dgm:presOf/>
    <dgm:constrLst>
      <dgm:constr type="ctrX" for="ch" forName="matrix" ptType="all" refPtType="all" refType="w" refFor="self" op="none" fact="0.500000" val="0"/>
      <dgm:constr type="ctrY" for="ch" forName="matrix" ptType="all" refPtType="all" refType="h" refFor="self" op="none" fact="0.500000" val="0"/>
      <dgm:constr type="w" for="ch" forName="matrix" ptType="all" refPtType="all" refType="w" refFor="self" op="none" fact="1.000000" val="0"/>
      <dgm:constr type="h" for="ch" forName="matrix" ptType="all" refPtType="all" refType="h" refFor="self" op="none" fact="1.000000" val="0"/>
      <dgm:constr type="ctrX" for="ch" forName="centerTile" ptType="all" refPtType="all" refType="w" refFor="self" op="none" fact="0.500000" val="0"/>
      <dgm:constr type="ctrY" for="ch" forName="centerTile" ptType="all" refPtType="all" refType="h" refFor="self" op="none" fact="0.500000" val="0"/>
      <dgm:constr type="w" for="ch" forName="centerTile" ptType="all" refPtType="all" refType="w" refFor="self" op="none" fact="0.300000" val="0"/>
      <dgm:constr type="h" for="ch" forName="centerTile" ptType="all" refPtType="all" refType="h" refFor="self" op="none" fact="0.250000" val="0"/>
      <dgm:constr type="primFontSz" for="des" ptType="node" refPtType="all" refType="none" refFor="self" op="equ" fact="1.000000" val="65"/>
    </dgm:constrLst>
    <dgm:ruleLst/>
    <dgm:varLst>
      <dgm:chMax val="1"/>
      <dgm:dir val="norm"/>
      <dgm:animLvl val="ctr"/>
      <dgm:resizeHandles val="exact"/>
    </dgm:varLst>
    <dgm:choose name="Name0">
      <dgm:if name="Name1" axis="ch" ptType="node" func="cnt" arg="none" op="gte" val="1">
        <dgm:layoutNode name="matrix">
          <dgm:alg type="composite"/>
          <dgm:shape rot="0.000000" type="none" r:blip="" blipPhldr="0" lkTxEntry="0" zOrderOff="0" hideGeom="0">
            <dgm:adjLst/>
          </dgm:shape>
          <dgm:presOf/>
          <dgm:constrLst>
            <dgm:constr type="l" for="ch" forName="tile1" ptType="all" refPtType="all" refType="none" refFor="self" op="none" fact="1.000000" val="0"/>
            <dgm:constr type="t" for="ch" forName="tile1" ptType="all" refPtType="all" refType="none" refFor="self" op="none" fact="1.000000" val="0"/>
            <dgm:constr type="r" for="ch" forName="tile1" ptType="all" refPtType="all" refType="w" refFor="self" op="none" fact="0.500000" val="0"/>
            <dgm:constr type="b" for="ch" forName="tile1" ptType="all" refPtType="all" refType="h" refFor="self" op="none" fact="0.500000" val="0"/>
            <dgm:constr type="l" for="ch" forName="tile1text" ptType="all" refPtType="all" refType="l" refFor="ch" refForName="tile1" op="none" fact="1.000000" val="0"/>
            <dgm:constr type="t" for="ch" forName="tile1text" ptType="all" refPtType="all" refType="t" refFor="ch" refForName="tile1" op="none" fact="1.000000" val="0"/>
            <dgm:constr type="w" for="ch" forName="tile1text" ptType="all" refPtType="all" refType="w" refFor="ch" refForName="tile1" op="none" fact="1.000000" val="0"/>
            <dgm:constr type="h" for="ch" forName="tile1text" ptType="all" refPtType="all" refType="h" refFor="ch" refForName="tile1" op="none" fact="0.750000" val="0"/>
            <dgm:constr type="r" for="ch" forName="tile2" ptType="all" refPtType="all" refType="w" refFor="self" op="none" fact="1.000000" val="0"/>
            <dgm:constr type="t" for="ch" forName="tile2" ptType="all" refPtType="all" refType="none" refFor="self" op="none" fact="1.000000" val="0"/>
            <dgm:constr type="l" for="ch" forName="tile2" ptType="all" refPtType="all" refType="w" refFor="self" op="none" fact="0.500000" val="0"/>
            <dgm:constr type="b" for="ch" forName="tile2" ptType="all" refPtType="all" refType="h" refFor="self" op="none" fact="0.500000" val="0"/>
            <dgm:constr type="r" for="ch" forName="tile2text" ptType="all" refPtType="all" refType="r" refFor="ch" refForName="tile2" op="none" fact="1.000000" val="0"/>
            <dgm:constr type="t" for="ch" forName="tile2text" ptType="all" refPtType="all" refType="t" refFor="ch" refForName="tile2" op="none" fact="1.000000" val="0"/>
            <dgm:constr type="w" for="ch" forName="tile2text" ptType="all" refPtType="all" refType="w" refFor="ch" refForName="tile2" op="none" fact="1.000000" val="0"/>
            <dgm:constr type="h" for="ch" forName="tile2text" ptType="all" refPtType="all" refType="h" refFor="ch" refForName="tile2" op="none" fact="0.750000" val="0"/>
            <dgm:constr type="l" for="ch" forName="tile3" ptType="all" refPtType="all" refType="none" refFor="self" op="none" fact="1.000000" val="0"/>
            <dgm:constr type="b" for="ch" forName="tile3" ptType="all" refPtType="all" refType="h" refFor="self" op="none" fact="1.000000" val="0"/>
            <dgm:constr type="r" for="ch" forName="tile3" ptType="all" refPtType="all" refType="w" refFor="self" op="none" fact="0.500000" val="0"/>
            <dgm:constr type="t" for="ch" forName="tile3" ptType="all" refPtType="all" refType="h" refFor="self" op="none" fact="0.500000" val="0"/>
            <dgm:constr type="l" for="ch" forName="tile3text" ptType="all" refPtType="all" refType="l" refFor="ch" refForName="tile3" op="none" fact="1.000000" val="0"/>
            <dgm:constr type="b" for="ch" forName="tile3text" ptType="all" refPtType="all" refType="b" refFor="ch" refForName="tile3" op="none" fact="1.000000" val="0"/>
            <dgm:constr type="w" for="ch" forName="tile3text" ptType="all" refPtType="all" refType="w" refFor="ch" refForName="tile3" op="none" fact="1.000000" val="0"/>
            <dgm:constr type="h" for="ch" forName="tile3text" ptType="all" refPtType="all" refType="h" refFor="ch" refForName="tile3" op="none" fact="0.750000" val="0"/>
            <dgm:constr type="r" for="ch" forName="tile4" ptType="all" refPtType="all" refType="w" refFor="self" op="none" fact="1.000000" val="0"/>
            <dgm:constr type="b" for="ch" forName="tile4" ptType="all" refPtType="all" refType="h" refFor="self" op="none" fact="1.000000" val="0"/>
            <dgm:constr type="l" for="ch" forName="tile4" ptType="all" refPtType="all" refType="w" refFor="self" op="none" fact="0.500000" val="0"/>
            <dgm:constr type="t" for="ch" forName="tile4" ptType="all" refPtType="all" refType="h" refFor="self" op="none" fact="0.500000" val="0"/>
            <dgm:constr type="r" for="ch" forName="tile4text" ptType="all" refPtType="all" refType="r" refFor="ch" refForName="tile4" op="none" fact="1.000000" val="0"/>
            <dgm:constr type="b" for="ch" forName="tile4text" ptType="all" refPtType="all" refType="b" refFor="ch" refForName="tile4" op="none" fact="1.000000" val="0"/>
            <dgm:constr type="w" for="ch" forName="tile4text" ptType="all" refPtType="all" refType="w" refFor="ch" refForName="tile4" op="none" fact="1.000000" val="0"/>
            <dgm:constr type="h" for="ch" forName="tile4text" ptType="all" refPtType="all" refType="h" refFor="ch" refForName="tile4" op="none" fact="0.750000" val="0"/>
          </dgm:constrLst>
          <dgm:ruleLst/>
          <dgm:layoutNode name="tile1" styleLbl="node1">
            <dgm:alg type="sp"/>
            <dgm:shape rot="270.000000" type="round1Rect" r:blip="" blipPhldr="0" lkTxEntry="0" zOrderOff="0" hideGeom="0">
              <dgm:adjLst/>
            </dgm:shape>
            <dgm:constrLst/>
            <dgm:ruleLst/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</dgm:layoutNode>
          <dgm:layoutNode name="tile1text" styleLbl="node1">
            <dgm:shape rot="270.000000" type="rect" r:blip="" blipPhldr="0" lkTxEntry="0" zOrderOff="0" hideGeom="1">
              <dgm:adjLst>
                <dgm:adj idx="1" val="0.200000"/>
              </dgm:adjLst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5">
              <dgm:if name="Name6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</dgm:layoutNode>
          <dgm:layoutNode name="tile2" styleLbl="node1">
            <dgm:alg type="sp"/>
            <dgm:shape rot="0.000000" type="round1Rect" r:blip="" blipPhldr="0" lkTxEntry="0" zOrderOff="0" hideGeom="0">
              <dgm:adjLst/>
            </dgm:shape>
            <dgm:constrLst/>
            <dgm:ruleLst/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</dgm:layoutNode>
          <dgm:layoutNode name="tile2text" styleLbl="node1">
            <dgm:shape rot="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14">
              <dgm:if name="Name15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</dgm:layoutNode>
          <dgm:layoutNode name="tile3" styleLbl="node1">
            <dgm:alg type="sp"/>
            <dgm:shape rot="180.000000" type="round1Rect" r:blip="" blipPhldr="0" lkTxEntry="0" zOrderOff="0" hideGeom="0">
              <dgm:adjLst/>
            </dgm:shape>
            <dgm:constrLst/>
            <dgm:ruleLst/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</dgm:layoutNode>
          <dgm:layoutNode name="tile3text" styleLbl="node1">
            <dgm:shape rot="18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23">
              <dgm:if name="Name24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</dgm:layoutNode>
          <dgm:layoutNode name="tile4" styleLbl="node1">
            <dgm:alg type="sp"/>
            <dgm:shape rot="90.000000" type="round1Rect" r:blip="" blipPhldr="0" lkTxEntry="0" zOrderOff="0" hideGeom="0">
              <dgm:adjLst/>
            </dgm:shape>
            <dgm:constrLst/>
            <dgm:ruleLst/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</dgm:layoutNode>
          <dgm:layoutNode name="tile4text" styleLbl="node1">
            <dgm:shape rot="9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32">
              <dgm:if name="Name33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</dgm:layoutNode>
        </dgm:layoutNode>
        <dgm:layoutNode name="centerTile" styleLbl="fgShp">
          <dgm:alg type="tx"/>
          <dgm:shape rot="0.000000" type="roundRect" r:blip="" blipPhldr="0" lkTxEntry="0" zOrderOff="0" hideGeom="0">
            <dgm:adjLst/>
          </dgm:shape>
          <dgm:presOf axis="ch" ptType="node" cnt="1"/>
          <dgm:constrLst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</dgm:varLst>
        </dgm:layoutNode>
      </dgm:if>
      <dgm:else name="Name38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13" type="node">
          <dgm:prSet phldr="1"/>
        </dgm:pt>
        <dgm:pt modelId="14" type="node">
          <dgm:prSet phldr="1"/>
        </dgm:pt>
      </dgm:ptLst>
      <dgm:cxnLst>
        <dgm:cxn modelId="2" type="parOf" srcId="0" destId="1" srcOrd="0" destOrd="0"/>
        <dgm:cxn modelId="3" type="parOf" srcId="1" destId="11" srcOrd="0" destOrd="0"/>
        <dgm:cxn modelId="4" type="parOf" srcId="1" destId="12" srcOrd="1" destOrd="0"/>
        <dgm:cxn modelId="5" type="parOf" srcId="1" destId="13" srcOrd="2" destOrd="0"/>
        <dgm:cxn modelId="6" type="parOf" srcId="1" destId="14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clrData>
  <dgm:layoutNode name="diagram">
    <dgm:alg type="composite"/>
    <dgm:shape rot="0.000000" type="none" r:blip="" blipPhldr="0" lkTxEntry="0" zOrderOff="0" hideGeom="0">
      <dgm:adjLst/>
    </dgm:shape>
    <dgm:presOf/>
    <dgm:constrLst>
      <dgm:constr type="ctrX" for="ch" forName="matrix" ptType="all" refPtType="all" refType="w" refFor="self" op="none" fact="0.500000" val="0"/>
      <dgm:constr type="ctrY" for="ch" forName="matrix" ptType="all" refPtType="all" refType="h" refFor="self" op="none" fact="0.500000" val="0"/>
      <dgm:constr type="w" for="ch" forName="matrix" ptType="all" refPtType="all" refType="w" refFor="self" op="none" fact="1.000000" val="0"/>
      <dgm:constr type="h" for="ch" forName="matrix" ptType="all" refPtType="all" refType="h" refFor="self" op="none" fact="1.000000" val="0"/>
      <dgm:constr type="ctrX" for="ch" forName="centerTile" ptType="all" refPtType="all" refType="w" refFor="self" op="none" fact="0.500000" val="0"/>
      <dgm:constr type="ctrY" for="ch" forName="centerTile" ptType="all" refPtType="all" refType="h" refFor="self" op="none" fact="0.500000" val="0"/>
      <dgm:constr type="w" for="ch" forName="centerTile" ptType="all" refPtType="all" refType="w" refFor="self" op="none" fact="0.300000" val="0"/>
      <dgm:constr type="h" for="ch" forName="centerTile" ptType="all" refPtType="all" refType="h" refFor="self" op="none" fact="0.250000" val="0"/>
      <dgm:constr type="primFontSz" for="des" ptType="node" refPtType="all" refType="none" refFor="self" op="equ" fact="1.000000" val="65"/>
    </dgm:constrLst>
    <dgm:ruleLst/>
    <dgm:varLst>
      <dgm:chMax val="1"/>
      <dgm:dir val="norm"/>
      <dgm:animLvl val="ctr"/>
      <dgm:resizeHandles val="exact"/>
    </dgm:varLst>
    <dgm:choose name="Name0">
      <dgm:if name="Name1" axis="ch" ptType="node" func="cnt" arg="none" op="gte" val="1">
        <dgm:layoutNode name="matrix">
          <dgm:alg type="composite"/>
          <dgm:shape rot="0.000000" type="none" r:blip="" blipPhldr="0" lkTxEntry="0" zOrderOff="0" hideGeom="0">
            <dgm:adjLst/>
          </dgm:shape>
          <dgm:presOf/>
          <dgm:constrLst>
            <dgm:constr type="l" for="ch" forName="tile1" ptType="all" refPtType="all" refType="none" refFor="self" op="none" fact="1.000000" val="0"/>
            <dgm:constr type="t" for="ch" forName="tile1" ptType="all" refPtType="all" refType="none" refFor="self" op="none" fact="1.000000" val="0"/>
            <dgm:constr type="r" for="ch" forName="tile1" ptType="all" refPtType="all" refType="w" refFor="self" op="none" fact="0.500000" val="0"/>
            <dgm:constr type="b" for="ch" forName="tile1" ptType="all" refPtType="all" refType="h" refFor="self" op="none" fact="0.500000" val="0"/>
            <dgm:constr type="l" for="ch" forName="tile1text" ptType="all" refPtType="all" refType="l" refFor="ch" refForName="tile1" op="none" fact="1.000000" val="0"/>
            <dgm:constr type="t" for="ch" forName="tile1text" ptType="all" refPtType="all" refType="t" refFor="ch" refForName="tile1" op="none" fact="1.000000" val="0"/>
            <dgm:constr type="w" for="ch" forName="tile1text" ptType="all" refPtType="all" refType="w" refFor="ch" refForName="tile1" op="none" fact="1.000000" val="0"/>
            <dgm:constr type="h" for="ch" forName="tile1text" ptType="all" refPtType="all" refType="h" refFor="ch" refForName="tile1" op="none" fact="0.750000" val="0"/>
            <dgm:constr type="r" for="ch" forName="tile2" ptType="all" refPtType="all" refType="w" refFor="self" op="none" fact="1.000000" val="0"/>
            <dgm:constr type="t" for="ch" forName="tile2" ptType="all" refPtType="all" refType="none" refFor="self" op="none" fact="1.000000" val="0"/>
            <dgm:constr type="l" for="ch" forName="tile2" ptType="all" refPtType="all" refType="w" refFor="self" op="none" fact="0.500000" val="0"/>
            <dgm:constr type="b" for="ch" forName="tile2" ptType="all" refPtType="all" refType="h" refFor="self" op="none" fact="0.500000" val="0"/>
            <dgm:constr type="r" for="ch" forName="tile2text" ptType="all" refPtType="all" refType="r" refFor="ch" refForName="tile2" op="none" fact="1.000000" val="0"/>
            <dgm:constr type="t" for="ch" forName="tile2text" ptType="all" refPtType="all" refType="t" refFor="ch" refForName="tile2" op="none" fact="1.000000" val="0"/>
            <dgm:constr type="w" for="ch" forName="tile2text" ptType="all" refPtType="all" refType="w" refFor="ch" refForName="tile2" op="none" fact="1.000000" val="0"/>
            <dgm:constr type="h" for="ch" forName="tile2text" ptType="all" refPtType="all" refType="h" refFor="ch" refForName="tile2" op="none" fact="0.750000" val="0"/>
            <dgm:constr type="l" for="ch" forName="tile3" ptType="all" refPtType="all" refType="none" refFor="self" op="none" fact="1.000000" val="0"/>
            <dgm:constr type="b" for="ch" forName="tile3" ptType="all" refPtType="all" refType="h" refFor="self" op="none" fact="1.000000" val="0"/>
            <dgm:constr type="r" for="ch" forName="tile3" ptType="all" refPtType="all" refType="w" refFor="self" op="none" fact="0.500000" val="0"/>
            <dgm:constr type="t" for="ch" forName="tile3" ptType="all" refPtType="all" refType="h" refFor="self" op="none" fact="0.500000" val="0"/>
            <dgm:constr type="l" for="ch" forName="tile3text" ptType="all" refPtType="all" refType="l" refFor="ch" refForName="tile3" op="none" fact="1.000000" val="0"/>
            <dgm:constr type="b" for="ch" forName="tile3text" ptType="all" refPtType="all" refType="b" refFor="ch" refForName="tile3" op="none" fact="1.000000" val="0"/>
            <dgm:constr type="w" for="ch" forName="tile3text" ptType="all" refPtType="all" refType="w" refFor="ch" refForName="tile3" op="none" fact="1.000000" val="0"/>
            <dgm:constr type="h" for="ch" forName="tile3text" ptType="all" refPtType="all" refType="h" refFor="ch" refForName="tile3" op="none" fact="0.750000" val="0"/>
            <dgm:constr type="r" for="ch" forName="tile4" ptType="all" refPtType="all" refType="w" refFor="self" op="none" fact="1.000000" val="0"/>
            <dgm:constr type="b" for="ch" forName="tile4" ptType="all" refPtType="all" refType="h" refFor="self" op="none" fact="1.000000" val="0"/>
            <dgm:constr type="l" for="ch" forName="tile4" ptType="all" refPtType="all" refType="w" refFor="self" op="none" fact="0.500000" val="0"/>
            <dgm:constr type="t" for="ch" forName="tile4" ptType="all" refPtType="all" refType="h" refFor="self" op="none" fact="0.500000" val="0"/>
            <dgm:constr type="r" for="ch" forName="tile4text" ptType="all" refPtType="all" refType="r" refFor="ch" refForName="tile4" op="none" fact="1.000000" val="0"/>
            <dgm:constr type="b" for="ch" forName="tile4text" ptType="all" refPtType="all" refType="b" refFor="ch" refForName="tile4" op="none" fact="1.000000" val="0"/>
            <dgm:constr type="w" for="ch" forName="tile4text" ptType="all" refPtType="all" refType="w" refFor="ch" refForName="tile4" op="none" fact="1.000000" val="0"/>
            <dgm:constr type="h" for="ch" forName="tile4text" ptType="all" refPtType="all" refType="h" refFor="ch" refForName="tile4" op="none" fact="0.750000" val="0"/>
          </dgm:constrLst>
          <dgm:ruleLst/>
          <dgm:layoutNode name="tile1" styleLbl="node1">
            <dgm:alg type="sp"/>
            <dgm:shape rot="270.000000" type="round1Rect" r:blip="" blipPhldr="0" lkTxEntry="0" zOrderOff="0" hideGeom="0">
              <dgm:adjLst/>
            </dgm:shape>
            <dgm:constrLst/>
            <dgm:ruleLst/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</dgm:layoutNode>
          <dgm:layoutNode name="tile1text" styleLbl="node1">
            <dgm:shape rot="270.000000" type="rect" r:blip="" blipPhldr="0" lkTxEntry="0" zOrderOff="0" hideGeom="1">
              <dgm:adjLst>
                <dgm:adj idx="1" val="0.200000"/>
              </dgm:adjLst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5">
              <dgm:if name="Name6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</dgm:layoutNode>
          <dgm:layoutNode name="tile2" styleLbl="node1">
            <dgm:alg type="sp"/>
            <dgm:shape rot="0.000000" type="round1Rect" r:blip="" blipPhldr="0" lkTxEntry="0" zOrderOff="0" hideGeom="0">
              <dgm:adjLst/>
            </dgm:shape>
            <dgm:constrLst/>
            <dgm:ruleLst/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</dgm:layoutNode>
          <dgm:layoutNode name="tile2text" styleLbl="node1">
            <dgm:shape rot="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14">
              <dgm:if name="Name15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</dgm:layoutNode>
          <dgm:layoutNode name="tile3" styleLbl="node1">
            <dgm:alg type="sp"/>
            <dgm:shape rot="180.000000" type="round1Rect" r:blip="" blipPhldr="0" lkTxEntry="0" zOrderOff="0" hideGeom="0">
              <dgm:adjLst/>
            </dgm:shape>
            <dgm:constrLst/>
            <dgm:ruleLst/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</dgm:layoutNode>
          <dgm:layoutNode name="tile3text" styleLbl="node1">
            <dgm:shape rot="18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23">
              <dgm:if name="Name24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</dgm:layoutNode>
          <dgm:layoutNode name="tile4" styleLbl="node1">
            <dgm:alg type="sp"/>
            <dgm:shape rot="90.000000" type="round1Rect" r:blip="" blipPhldr="0" lkTxEntry="0" zOrderOff="0" hideGeom="0">
              <dgm:adjLst/>
            </dgm:shape>
            <dgm:constrLst/>
            <dgm:ruleLst/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</dgm:layoutNode>
          <dgm:layoutNode name="tile4text" styleLbl="node1">
            <dgm:shape rot="9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32">
              <dgm:if name="Name33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</dgm:layoutNode>
        </dgm:layoutNode>
        <dgm:layoutNode name="centerTile" styleLbl="fgShp">
          <dgm:alg type="tx"/>
          <dgm:shape rot="0.000000" type="roundRect" r:blip="" blipPhldr="0" lkTxEntry="0" zOrderOff="0" hideGeom="0">
            <dgm:adjLst/>
          </dgm:shape>
          <dgm:presOf axis="ch" ptType="node" cnt="1"/>
          <dgm:constrLst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</dgm:varLst>
        </dgm:layoutNode>
      </dgm:if>
      <dgm:else name="Name38"/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13" type="node">
          <dgm:prSet phldr="1"/>
        </dgm:pt>
        <dgm:pt modelId="14" type="node">
          <dgm:prSet phldr="1"/>
        </dgm:pt>
      </dgm:ptLst>
      <dgm:cxnLst>
        <dgm:cxn modelId="2" type="parOf" srcId="0" destId="1" srcOrd="0" destOrd="0"/>
        <dgm:cxn modelId="3" type="parOf" srcId="1" destId="11" srcOrd="0" destOrd="0"/>
        <dgm:cxn modelId="4" type="parOf" srcId="1" destId="12" srcOrd="1" destOrd="0"/>
        <dgm:cxn modelId="5" type="parOf" srcId="1" destId="13" srcOrd="2" destOrd="0"/>
        <dgm:cxn modelId="6" type="parOf" srcId="1" destId="14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3" destOrd="0"/>
      </dgm:cxnLst>
      <dgm:bg/>
      <dgm:whole/>
    </dgm:dataModel>
  </dgm:clrData>
  <dgm:layoutNode name="diagram">
    <dgm:alg type="composite"/>
    <dgm:shape rot="0.000000" type="none" r:blip="" blipPhldr="0" lkTxEntry="0" zOrderOff="0" hideGeom="0">
      <dgm:adjLst/>
    </dgm:shape>
    <dgm:presOf/>
    <dgm:constrLst>
      <dgm:constr type="ctrX" for="ch" forName="matrix" ptType="all" refPtType="all" refType="w" refFor="self" op="none" fact="0.500000" val="0"/>
      <dgm:constr type="ctrY" for="ch" forName="matrix" ptType="all" refPtType="all" refType="h" refFor="self" op="none" fact="0.500000" val="0"/>
      <dgm:constr type="w" for="ch" forName="matrix" ptType="all" refPtType="all" refType="w" refFor="self" op="none" fact="1.000000" val="0"/>
      <dgm:constr type="h" for="ch" forName="matrix" ptType="all" refPtType="all" refType="h" refFor="self" op="none" fact="1.000000" val="0"/>
      <dgm:constr type="ctrX" for="ch" forName="centerTile" ptType="all" refPtType="all" refType="w" refFor="self" op="none" fact="0.500000" val="0"/>
      <dgm:constr type="ctrY" for="ch" forName="centerTile" ptType="all" refPtType="all" refType="h" refFor="self" op="none" fact="0.500000" val="0"/>
      <dgm:constr type="w" for="ch" forName="centerTile" ptType="all" refPtType="all" refType="w" refFor="self" op="none" fact="0.300000" val="0"/>
      <dgm:constr type="h" for="ch" forName="centerTile" ptType="all" refPtType="all" refType="h" refFor="self" op="none" fact="0.250000" val="0"/>
      <dgm:constr type="primFontSz" for="des" ptType="node" refPtType="all" refType="none" refFor="self" op="equ" fact="1.000000" val="65"/>
    </dgm:constrLst>
    <dgm:ruleLst/>
    <dgm:varLst>
      <dgm:chMax val="1"/>
      <dgm:dir val="norm"/>
      <dgm:animLvl val="ctr"/>
      <dgm:resizeHandles val="exact"/>
    </dgm:varLst>
    <dgm:choose name="Name0">
      <dgm:if name="Name1" axis="ch" ptType="node" func="cnt" arg="none" op="gte" val="1">
        <dgm:layoutNode name="matrix">
          <dgm:alg type="composite"/>
          <dgm:shape rot="0.000000" type="none" r:blip="" blipPhldr="0" lkTxEntry="0" zOrderOff="0" hideGeom="0">
            <dgm:adjLst/>
          </dgm:shape>
          <dgm:presOf/>
          <dgm:constrLst>
            <dgm:constr type="l" for="ch" forName="tile1" ptType="all" refPtType="all" refType="none" refFor="self" op="none" fact="1.000000" val="0"/>
            <dgm:constr type="t" for="ch" forName="tile1" ptType="all" refPtType="all" refType="none" refFor="self" op="none" fact="1.000000" val="0"/>
            <dgm:constr type="r" for="ch" forName="tile1" ptType="all" refPtType="all" refType="w" refFor="self" op="none" fact="0.500000" val="0"/>
            <dgm:constr type="b" for="ch" forName="tile1" ptType="all" refPtType="all" refType="h" refFor="self" op="none" fact="0.500000" val="0"/>
            <dgm:constr type="l" for="ch" forName="tile1text" ptType="all" refPtType="all" refType="l" refFor="ch" refForName="tile1" op="none" fact="1.000000" val="0"/>
            <dgm:constr type="t" for="ch" forName="tile1text" ptType="all" refPtType="all" refType="t" refFor="ch" refForName="tile1" op="none" fact="1.000000" val="0"/>
            <dgm:constr type="w" for="ch" forName="tile1text" ptType="all" refPtType="all" refType="w" refFor="ch" refForName="tile1" op="none" fact="1.000000" val="0"/>
            <dgm:constr type="h" for="ch" forName="tile1text" ptType="all" refPtType="all" refType="h" refFor="ch" refForName="tile1" op="none" fact="0.750000" val="0"/>
            <dgm:constr type="r" for="ch" forName="tile2" ptType="all" refPtType="all" refType="w" refFor="self" op="none" fact="1.000000" val="0"/>
            <dgm:constr type="t" for="ch" forName="tile2" ptType="all" refPtType="all" refType="none" refFor="self" op="none" fact="1.000000" val="0"/>
            <dgm:constr type="l" for="ch" forName="tile2" ptType="all" refPtType="all" refType="w" refFor="self" op="none" fact="0.500000" val="0"/>
            <dgm:constr type="b" for="ch" forName="tile2" ptType="all" refPtType="all" refType="h" refFor="self" op="none" fact="0.500000" val="0"/>
            <dgm:constr type="r" for="ch" forName="tile2text" ptType="all" refPtType="all" refType="r" refFor="ch" refForName="tile2" op="none" fact="1.000000" val="0"/>
            <dgm:constr type="t" for="ch" forName="tile2text" ptType="all" refPtType="all" refType="t" refFor="ch" refForName="tile2" op="none" fact="1.000000" val="0"/>
            <dgm:constr type="w" for="ch" forName="tile2text" ptType="all" refPtType="all" refType="w" refFor="ch" refForName="tile2" op="none" fact="1.000000" val="0"/>
            <dgm:constr type="h" for="ch" forName="tile2text" ptType="all" refPtType="all" refType="h" refFor="ch" refForName="tile2" op="none" fact="0.750000" val="0"/>
            <dgm:constr type="l" for="ch" forName="tile3" ptType="all" refPtType="all" refType="none" refFor="self" op="none" fact="1.000000" val="0"/>
            <dgm:constr type="b" for="ch" forName="tile3" ptType="all" refPtType="all" refType="h" refFor="self" op="none" fact="1.000000" val="0"/>
            <dgm:constr type="r" for="ch" forName="tile3" ptType="all" refPtType="all" refType="w" refFor="self" op="none" fact="0.500000" val="0"/>
            <dgm:constr type="t" for="ch" forName="tile3" ptType="all" refPtType="all" refType="h" refFor="self" op="none" fact="0.500000" val="0"/>
            <dgm:constr type="l" for="ch" forName="tile3text" ptType="all" refPtType="all" refType="l" refFor="ch" refForName="tile3" op="none" fact="1.000000" val="0"/>
            <dgm:constr type="b" for="ch" forName="tile3text" ptType="all" refPtType="all" refType="b" refFor="ch" refForName="tile3" op="none" fact="1.000000" val="0"/>
            <dgm:constr type="w" for="ch" forName="tile3text" ptType="all" refPtType="all" refType="w" refFor="ch" refForName="tile3" op="none" fact="1.000000" val="0"/>
            <dgm:constr type="h" for="ch" forName="tile3text" ptType="all" refPtType="all" refType="h" refFor="ch" refForName="tile3" op="none" fact="0.750000" val="0"/>
            <dgm:constr type="r" for="ch" forName="tile4" ptType="all" refPtType="all" refType="w" refFor="self" op="none" fact="1.000000" val="0"/>
            <dgm:constr type="b" for="ch" forName="tile4" ptType="all" refPtType="all" refType="h" refFor="self" op="none" fact="1.000000" val="0"/>
            <dgm:constr type="l" for="ch" forName="tile4" ptType="all" refPtType="all" refType="w" refFor="self" op="none" fact="0.500000" val="0"/>
            <dgm:constr type="t" for="ch" forName="tile4" ptType="all" refPtType="all" refType="h" refFor="self" op="none" fact="0.500000" val="0"/>
            <dgm:constr type="r" for="ch" forName="tile4text" ptType="all" refPtType="all" refType="r" refFor="ch" refForName="tile4" op="none" fact="1.000000" val="0"/>
            <dgm:constr type="b" for="ch" forName="tile4text" ptType="all" refPtType="all" refType="b" refFor="ch" refForName="tile4" op="none" fact="1.000000" val="0"/>
            <dgm:constr type="w" for="ch" forName="tile4text" ptType="all" refPtType="all" refType="w" refFor="ch" refForName="tile4" op="none" fact="1.000000" val="0"/>
            <dgm:constr type="h" for="ch" forName="tile4text" ptType="all" refPtType="all" refType="h" refFor="ch" refForName="tile4" op="none" fact="0.750000" val="0"/>
          </dgm:constrLst>
          <dgm:ruleLst/>
          <dgm:layoutNode name="tile1" styleLbl="node1">
            <dgm:alg type="sp"/>
            <dgm:shape rot="270.000000" type="round1Rect" r:blip="" blipPhldr="0" lkTxEntry="0" zOrderOff="0" hideGeom="0">
              <dgm:adjLst/>
            </dgm:shape>
            <dgm:constrLst/>
            <dgm:ruleLst/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</dgm:layoutNode>
          <dgm:layoutNode name="tile1text" styleLbl="node1">
            <dgm:shape rot="270.000000" type="rect" r:blip="" blipPhldr="0" lkTxEntry="0" zOrderOff="0" hideGeom="1">
              <dgm:adjLst>
                <dgm:adj idx="1" val="0.200000"/>
              </dgm:adjLst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5">
              <dgm:if name="Name6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</dgm:layoutNode>
          <dgm:layoutNode name="tile2" styleLbl="node1">
            <dgm:alg type="sp"/>
            <dgm:shape rot="0.000000" type="round1Rect" r:blip="" blipPhldr="0" lkTxEntry="0" zOrderOff="0" hideGeom="0">
              <dgm:adjLst/>
            </dgm:shape>
            <dgm:constrLst/>
            <dgm:ruleLst/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</dgm:layoutNode>
          <dgm:layoutNode name="tile2text" styleLbl="node1">
            <dgm:shape rot="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14">
              <dgm:if name="Name15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</dgm:layoutNode>
          <dgm:layoutNode name="tile3" styleLbl="node1">
            <dgm:alg type="sp"/>
            <dgm:shape rot="180.000000" type="round1Rect" r:blip="" blipPhldr="0" lkTxEntry="0" zOrderOff="0" hideGeom="0">
              <dgm:adjLst/>
            </dgm:shape>
            <dgm:constrLst/>
            <dgm:ruleLst/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</dgm:layoutNode>
          <dgm:layoutNode name="tile3text" styleLbl="node1">
            <dgm:shape rot="18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23">
              <dgm:if name="Name24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</dgm:layoutNode>
          <dgm:layoutNode name="tile4" styleLbl="node1">
            <dgm:alg type="sp"/>
            <dgm:shape rot="90.000000" type="round1Rect" r:blip="" blipPhldr="0" lkTxEntry="0" zOrderOff="0" hideGeom="0">
              <dgm:adjLst/>
            </dgm:shape>
            <dgm:constrLst/>
            <dgm:ruleLst/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</dgm:layoutNode>
          <dgm:layoutNode name="tile4text" styleLbl="node1">
            <dgm:shape rot="90.000000" type="rect" r:blip="" blipPhldr="0" lkTxEntry="0" zOrderOff="0" hideGeom="1">
              <dgm:adjLst/>
            </dgm:shape>
            <dgm:constrLst/>
            <dgm:ruleLst>
              <dgm:rule type="primFontSz" for="self" ptType="all" val="5" fact="NaN" max="NaN"/>
            </dgm:ruleLst>
            <dgm:varLst>
              <dgm:chMax val="0"/>
              <dgm:chPref val="0"/>
              <dgm:bulletEnabled val="1"/>
            </dgm:varLst>
            <dgm:choose name="Name32">
              <dgm:if name="Name33" axis="root des" func="maxDepth" arg="none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</dgm:layoutNode>
        </dgm:layoutNode>
        <dgm:layoutNode name="centerTile" styleLbl="fgShp">
          <dgm:alg type="tx"/>
          <dgm:shape rot="0.000000" type="roundRect" r:blip="" blipPhldr="0" lkTxEntry="0" zOrderOff="0" hideGeom="0">
            <dgm:adjLst/>
          </dgm:shape>
          <dgm:presOf axis="ch" ptType="node" cnt="1"/>
          <dgm:constrLst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</dgm:varLst>
        </dgm:layoutNode>
      </dgm:if>
      <dgm:else name="Name38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2" type="node">
          <dgm:prSet phldr="1"/>
        </dgm:pt>
        <dgm:pt modelId="21" type="node">
          <dgm:prSet phldr="1"/>
        </dgm:pt>
        <dgm:pt modelId="22" type="node">
          <dgm:prSet phldr="1"/>
        </dgm:pt>
        <dgm:pt modelId="3" type="node">
          <dgm:prSet phldr="1"/>
        </dgm:pt>
        <dgm:pt modelId="31" type="node">
          <dgm:prSet phldr="1"/>
        </dgm:pt>
        <dgm:pt modelId="32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6" type="parOf" srcId="0" destId="3" srcOrd="2" destOrd="0"/>
        <dgm:cxn modelId="13" type="parOf" srcId="1" destId="11" srcOrd="0" destOrd="0"/>
        <dgm:cxn modelId="14" type="parOf" srcId="1" destId="12" srcOrd="1" destOrd="0"/>
        <dgm:cxn modelId="23" type="parOf" srcId="2" destId="21" srcOrd="0" destOrd="0"/>
        <dgm:cxn modelId="24" type="parOf" srcId="2" destId="22" srcOrd="1" destOrd="0"/>
        <dgm:cxn modelId="33" type="parOf" srcId="3" destId="31" srcOrd="0" destOrd="0"/>
        <dgm:cxn modelId="34" type="parOf" srcId="3" destId="32" srcOrd="1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2" type="node"/>
        <dgm:pt modelId="21" type="node"/>
      </dgm:ptLst>
      <dgm:cxnLst>
        <dgm:cxn modelId="4" type="parOf" srcId="0" destId="1" srcOrd="0" destOrd="0"/>
        <dgm:cxn modelId="5" type="parOf" srcId="0" destId="2" srcOrd="1" destOrd="0"/>
        <dgm:cxn modelId="13" type="parOf" srcId="1" destId="11" srcOrd="0" destOrd="0"/>
        <dgm:cxn modelId="23" type="parOf" srcId="2" destId="21" srcOrd="0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2" type="node"/>
        <dgm:pt modelId="21" type="node"/>
        <dgm:pt modelId="3" type="node"/>
        <dgm:pt modelId="31" type="node"/>
        <dgm:pt modelId="4" type="node"/>
        <dgm:pt modelId="41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  <dgm:cxn modelId="13" type="parOf" srcId="1" destId="11" srcOrd="0" destOrd="0"/>
        <dgm:cxn modelId="23" type="parOf" srcId="2" destId="21" srcOrd="0" destOrd="0"/>
        <dgm:cxn modelId="33" type="parOf" srcId="3" destId="31" srcOrd="0" destOrd="0"/>
        <dgm:cxn modelId="43" type="parOf" srcId="4" destId="41" srcOrd="0" destOrd="0"/>
      </dgm:cxnLst>
      <dgm:bg/>
      <dgm:whole/>
    </dgm:dataModel>
  </dgm:clrData>
  <dgm:layoutNode name="Name0">
    <dgm:shape rot="0.000000" type="none" r:blip="" blipPhldr="0" lkTxEntry="0" zOrderOff="0" hideGeom="0">
      <dgm:adjLst/>
    </dgm:shape>
    <dgm:presOf/>
    <dgm:constrLst>
      <dgm:constr type="h" for="ch" forName="linNode" ptType="all" refPtType="all" refType="h" refFor="self" op="none" fact="1.000000" val="0"/>
      <dgm:constr type="w" for="ch" forName="linNode" ptType="all" refPtType="all" refType="w" refFor="self" op="none" fact="1.000000" val="0"/>
      <dgm:constr type="h" for="ch" forName="sp" ptType="all" refPtType="all" refType="h" refFor="self" op="none" fact="0.050000" val="0"/>
      <dgm:constr type="primFontSz" for="des" forName="parentText" ptType="all" refPtType="all" refType="none" refFor="self" op="equ" fact="1.000000" val="65"/>
      <dgm:constr type="secFontSz" for="des" forName="descendantText" ptType="all" refPtType="all" refType="none" refFor="self" op="equ" fact="1.000000" val="0"/>
    </dgm:constrLst>
    <dgm:ruleLst/>
    <dgm:varLst>
      <dgm:dir val="norm"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forEach name="Name4" axis="ch" ptType="node">
      <dgm:layoutNode name="linNode">
        <dgm:shape rot="0.000000" type="none" r:blip="" blipPhldr="0" lkTxEntry="0" zOrderOff="0" hideGeom="0">
          <dgm:adjLst/>
        </dgm:shape>
        <dgm:presOf/>
        <dgm:constrLst>
          <dgm:constr type="w" for="ch" forName="parentText" ptType="all" refPtType="all" refType="w" refFor="self" op="none" fact="0.360000" val="0"/>
          <dgm:constr type="w" for="ch" forName="descendantText" ptType="all" refPtType="all" refType="w" refFor="self" op="none" fact="0.640000" val="0"/>
          <dgm:constr type="h" for="ch" forName="parentText" ptType="all" refPtType="all" refType="h" refFor="self" op="none" fact="1.000000" val="0"/>
          <dgm:constr type="h" for="ch" forName="descendantText" ptType="all" refPtType="all" refType="h" refFor="ch" refForName="parentText" op="none" fact="0.800000" val="0"/>
        </dgm:constrLst>
        <dgm:ruleLst/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layoutNode name="parentText">
          <dgm:alg type="tx"/>
          <dgm:shape rot="0.000000" type="roundRect" r:blip="" blipPhldr="0" lkTxEntry="0" zOrderOff="3" hideGeom="0">
            <dgm:adjLst/>
          </dgm:shape>
          <dgm:presOf axis="self" ptType="node"/>
          <dgm:constrLst>
            <dgm:constr type="tMarg" for="self" ptType="all" refPtType="all" refType="primFontSz" refFor="self" op="none" fact="0.150000" val="0"/>
            <dgm:constr type="bMarg" for="self" ptType="all" refPtType="all" refType="primFontSz" refFor="self" op="none" fact="0.15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1"/>
            <dgm:bulletEnabled val="1"/>
          </dgm:varLst>
        </dgm:layoutNode>
        <dgm:choose name="Name8">
          <dgm:if name="Name9" axis="ch" ptType="node" func="cnt" arg="none" op="gte" val="1">
            <dgm:layoutNode name="descendantText" styleLbl="alignAccFollowNode1">
              <dgm:alg type="tx">
                <dgm:param type="stBulletLvl" val="1"/>
                <dgm:param type="txAnchorVertCh" val="mid"/>
              </dgm:alg>
              <dgm:presOf axis="des" ptType="node"/>
              <dgm:constrLst>
                <dgm:constr type="secFontSz" for="self" ptType="all" refPtType="all" refType="none" refFor="self" op="none" fact="1.000000" val="65"/>
                <dgm:constr type="primFontSz" for="self" ptType="all" refPtType="all" refType="secFontSz" refFor="self" op="none" fact="1.000000" val="0"/>
                <dgm:constr type="lMarg" for="self" ptType="all" refPtType="all" refType="secFontSz" refFor="self" op="none" fact="0.300000" val="0"/>
                <dgm:constr type="rMarg" for="self" ptType="all" refPtType="all" refType="secFontSz" refFor="self" op="none" fact="0.300000" val="0"/>
                <dgm:constr type="tMarg" for="self" ptType="all" refPtType="all" refType="secFontSz" refFor="self" op="none" fact="0.150000" val="0"/>
                <dgm:constr type="bMarg" for="self" ptType="all" refPtType="all" refType="secFontSz" refFor="self" op="none" fact="0.150000" val="0"/>
              </dgm:constrLst>
              <dgm:ruleLst>
                <dgm:rule type="secFontSz" for="self" ptType="all" val="5" fact="NaN" max="NaN"/>
              </dgm:ruleLst>
              <dgm:varLst>
                <dgm:bulletEnabled val="1"/>
              </dgm:varLst>
              <dgm:choose name="Name10">
                <dgm:if name="Name11" func="var" arg="dir" op="equ" val="norm">
                  <dgm:shape rot="90.000000" type="round2SameRect" r:blip="" blipPhldr="0" lkTxEntry="0" zOrderOff="0" hideGeom="0">
                    <dgm:adjLst/>
                  </dgm:shape>
                </dgm:if>
                <dgm:else name="Name12">
                  <dgm:shape rot="-90.000000" type="round2SameRect" r:blip="" blipPhldr="0" lkTxEntry="0" zOrderOff="0" hideGeom="0">
                    <dgm:adjLst/>
                  </dgm:shape>
                </dgm:else>
              </dgm:choose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2" type="node">
          <dgm:prSet phldr="1"/>
        </dgm:pt>
        <dgm:pt modelId="21" type="node">
          <dgm:prSet phldr="1"/>
        </dgm:pt>
        <dgm:pt modelId="22" type="node">
          <dgm:prSet phldr="1"/>
        </dgm:pt>
        <dgm:pt modelId="3" type="node">
          <dgm:prSet phldr="1"/>
        </dgm:pt>
        <dgm:pt modelId="31" type="node">
          <dgm:prSet phldr="1"/>
        </dgm:pt>
        <dgm:pt modelId="32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6" type="parOf" srcId="0" destId="3" srcOrd="2" destOrd="0"/>
        <dgm:cxn modelId="13" type="parOf" srcId="1" destId="11" srcOrd="0" destOrd="0"/>
        <dgm:cxn modelId="14" type="parOf" srcId="1" destId="12" srcOrd="1" destOrd="0"/>
        <dgm:cxn modelId="23" type="parOf" srcId="2" destId="21" srcOrd="0" destOrd="0"/>
        <dgm:cxn modelId="24" type="parOf" srcId="2" destId="22" srcOrd="1" destOrd="0"/>
        <dgm:cxn modelId="33" type="parOf" srcId="3" destId="31" srcOrd="0" destOrd="0"/>
        <dgm:cxn modelId="34" type="parOf" srcId="3" destId="32" srcOrd="1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2" type="node"/>
        <dgm:pt modelId="21" type="node"/>
      </dgm:ptLst>
      <dgm:cxnLst>
        <dgm:cxn modelId="4" type="parOf" srcId="0" destId="1" srcOrd="0" destOrd="0"/>
        <dgm:cxn modelId="5" type="parOf" srcId="0" destId="2" srcOrd="1" destOrd="0"/>
        <dgm:cxn modelId="13" type="parOf" srcId="1" destId="11" srcOrd="0" destOrd="0"/>
        <dgm:cxn modelId="23" type="parOf" srcId="2" destId="21" srcOrd="0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2" type="node"/>
        <dgm:pt modelId="21" type="node"/>
        <dgm:pt modelId="3" type="node"/>
        <dgm:pt modelId="31" type="node"/>
        <dgm:pt modelId="4" type="node"/>
        <dgm:pt modelId="41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  <dgm:cxn modelId="13" type="parOf" srcId="1" destId="11" srcOrd="0" destOrd="0"/>
        <dgm:cxn modelId="23" type="parOf" srcId="2" destId="21" srcOrd="0" destOrd="0"/>
        <dgm:cxn modelId="33" type="parOf" srcId="3" destId="31" srcOrd="0" destOrd="0"/>
        <dgm:cxn modelId="43" type="parOf" srcId="4" destId="41" srcOrd="0" destOrd="0"/>
      </dgm:cxnLst>
      <dgm:bg/>
      <dgm:whole/>
    </dgm:dataModel>
  </dgm:clrData>
  <dgm:layoutNode name="Name0">
    <dgm:shape rot="0.000000" type="none" r:blip="" blipPhldr="0" lkTxEntry="0" zOrderOff="0" hideGeom="0">
      <dgm:adjLst/>
    </dgm:shape>
    <dgm:presOf/>
    <dgm:constrLst>
      <dgm:constr type="h" for="ch" forName="linNode" ptType="all" refPtType="all" refType="h" refFor="self" op="none" fact="1.000000" val="0"/>
      <dgm:constr type="w" for="ch" forName="linNode" ptType="all" refPtType="all" refType="w" refFor="self" op="none" fact="1.000000" val="0"/>
      <dgm:constr type="h" for="ch" forName="sp" ptType="all" refPtType="all" refType="h" refFor="self" op="none" fact="0.050000" val="0"/>
      <dgm:constr type="primFontSz" for="des" forName="parentText" ptType="all" refPtType="all" refType="none" refFor="self" op="equ" fact="1.000000" val="65"/>
      <dgm:constr type="secFontSz" for="des" forName="descendantText" ptType="all" refPtType="all" refType="none" refFor="self" op="equ" fact="1.000000" val="0"/>
    </dgm:constrLst>
    <dgm:ruleLst/>
    <dgm:varLst>
      <dgm:dir val="norm"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forEach name="Name4" axis="ch" ptType="node">
      <dgm:layoutNode name="linNode">
        <dgm:shape rot="0.000000" type="none" r:blip="" blipPhldr="0" lkTxEntry="0" zOrderOff="0" hideGeom="0">
          <dgm:adjLst/>
        </dgm:shape>
        <dgm:presOf/>
        <dgm:constrLst>
          <dgm:constr type="w" for="ch" forName="parentText" ptType="all" refPtType="all" refType="w" refFor="self" op="none" fact="0.360000" val="0"/>
          <dgm:constr type="w" for="ch" forName="descendantText" ptType="all" refPtType="all" refType="w" refFor="self" op="none" fact="0.640000" val="0"/>
          <dgm:constr type="h" for="ch" forName="parentText" ptType="all" refPtType="all" refType="h" refFor="self" op="none" fact="1.000000" val="0"/>
          <dgm:constr type="h" for="ch" forName="descendantText" ptType="all" refPtType="all" refType="h" refFor="ch" refForName="parentText" op="none" fact="0.800000" val="0"/>
        </dgm:constrLst>
        <dgm:ruleLst/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layoutNode name="parentText">
          <dgm:alg type="tx"/>
          <dgm:shape rot="0.000000" type="roundRect" r:blip="" blipPhldr="0" lkTxEntry="0" zOrderOff="3" hideGeom="0">
            <dgm:adjLst/>
          </dgm:shape>
          <dgm:presOf axis="self" ptType="node"/>
          <dgm:constrLst>
            <dgm:constr type="tMarg" for="self" ptType="all" refPtType="all" refType="primFontSz" refFor="self" op="none" fact="0.150000" val="0"/>
            <dgm:constr type="bMarg" for="self" ptType="all" refPtType="all" refType="primFontSz" refFor="self" op="none" fact="0.15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1"/>
            <dgm:bulletEnabled val="1"/>
          </dgm:varLst>
        </dgm:layoutNode>
        <dgm:choose name="Name8">
          <dgm:if name="Name9" axis="ch" ptType="node" func="cnt" arg="none" op="gte" val="1">
            <dgm:layoutNode name="descendantText" styleLbl="alignAccFollowNode1">
              <dgm:alg type="tx">
                <dgm:param type="stBulletLvl" val="1"/>
                <dgm:param type="txAnchorVertCh" val="mid"/>
              </dgm:alg>
              <dgm:presOf axis="des" ptType="node"/>
              <dgm:constrLst>
                <dgm:constr type="secFontSz" for="self" ptType="all" refPtType="all" refType="none" refFor="self" op="none" fact="1.000000" val="65"/>
                <dgm:constr type="primFontSz" for="self" ptType="all" refPtType="all" refType="secFontSz" refFor="self" op="none" fact="1.000000" val="0"/>
                <dgm:constr type="lMarg" for="self" ptType="all" refPtType="all" refType="secFontSz" refFor="self" op="none" fact="0.300000" val="0"/>
                <dgm:constr type="rMarg" for="self" ptType="all" refPtType="all" refType="secFontSz" refFor="self" op="none" fact="0.300000" val="0"/>
                <dgm:constr type="tMarg" for="self" ptType="all" refPtType="all" refType="secFontSz" refFor="self" op="none" fact="0.150000" val="0"/>
                <dgm:constr type="bMarg" for="self" ptType="all" refPtType="all" refType="secFontSz" refFor="self" op="none" fact="0.150000" val="0"/>
              </dgm:constrLst>
              <dgm:ruleLst>
                <dgm:rule type="secFontSz" for="self" ptType="all" val="5" fact="NaN" max="NaN"/>
              </dgm:ruleLst>
              <dgm:varLst>
                <dgm:bulletEnabled val="1"/>
              </dgm:varLst>
              <dgm:choose name="Name10">
                <dgm:if name="Name11" func="var" arg="dir" op="equ" val="norm">
                  <dgm:shape rot="90.000000" type="round2SameRect" r:blip="" blipPhldr="0" lkTxEntry="0" zOrderOff="0" hideGeom="0">
                    <dgm:adjLst/>
                  </dgm:shape>
                </dgm:if>
                <dgm:else name="Name12">
                  <dgm:shape rot="-90.000000" type="round2SameRect" r:blip="" blipPhldr="0" lkTxEntry="0" zOrderOff="0" hideGeom="0">
                    <dgm:adjLst/>
                  </dgm:shape>
                </dgm:else>
              </dgm:choose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4628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398388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132143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26726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396918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064891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155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5717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248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5C3378-BF16-60A5-EF0E-382758A848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874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487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3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F2F3F6-F112-FD4C-044E-AC63648F61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396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304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250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A86E26-EFEC-378E-2F5E-4A7678D7EB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698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071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277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A62484-37C7-A1AF-E129-E2A374B538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505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5140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786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A0EBE-EB0E-C0F5-6F87-446F0B9CA9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132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3602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246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7D3D03-6026-F494-59B1-47A9F9FDFD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535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6002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00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C096AF-183B-6489-A2FE-BCCE93FF11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6252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0908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600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79E524-98D0-9302-6E66-46FF032677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872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99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3429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FAD08-F532-AE74-AF1D-6758B3B5AB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918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182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997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7F045A-F7BE-9B4E-B77C-8E3EB04B9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713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8220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00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38D5D6-36AB-6384-8C6C-D05BB5BD57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472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0992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594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92804C-E75E-543F-DAF5-DF915FB42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535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4685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1571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D9882C-BFDD-75E9-63E5-3937AF5FC5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315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452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539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89EB3-5AF2-F142-EEBA-CC884BC6F2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4455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1462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337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BE52DA-83A3-6B4D-2F0D-77537F1394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53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7723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20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3BAFD-AD3E-C218-1CD1-7CE8554853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323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3442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5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A2A566-04EC-D3B5-B2E1-5C5B88B0B6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510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1772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620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BCC63F-0120-C442-5479-67FD6B663A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306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3366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223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5293C-2FE4-D6EA-5E4C-721334127D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2052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5179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12515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3CED6-716F-86BA-6935-6742C9F8B1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71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2401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413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0AF403-B656-019B-6169-C7B54862F5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343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1572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61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03C926-D497-E17B-EB64-EB216692BF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0947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2655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79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F2C39-8ADE-A384-AD30-772BE2C66A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260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76132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149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09BD50-D056-B4BD-4C82-017ECA349A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3883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5704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373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EB46E-EF84-C4BF-99D7-DA98A10758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028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186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98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0DCD0-865F-86B6-BF06-FE2616ED53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362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6865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38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C3FBDD-CB39-62C1-3684-B1D28C79D1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630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2889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448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618DDD-E413-5FBC-5F47-561CD3C2BC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881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9985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85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21DAC-FBEA-D6B4-E7B6-E302734D3A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375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5707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554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4626D7-6324-D0EE-B154-5C83CAB21D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423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10550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1317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B9E986-40EE-382E-09CC-574477A937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399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959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57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285E31-289B-7E34-4499-AE968D3416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9731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913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9368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0F99AB-336F-9ED3-B016-C3F66E3CA0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54588" name="Rectangle 6"/>
          <p:cNvSpPr/>
          <p:nvPr/>
        </p:nvSpPr>
        <p:spPr bwMode="auto"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52175151" name="Rectangle 7"/>
          <p:cNvSpPr/>
          <p:nvPr/>
        </p:nvSpPr>
        <p:spPr bwMode="auto"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7474128" name="Title 1"/>
          <p:cNvSpPr>
            <a:spLocks noGrp="1"/>
          </p:cNvSpPr>
          <p:nvPr>
            <p:ph type="ctrTitle"/>
          </p:nvPr>
        </p:nvSpPr>
        <p:spPr bwMode="auto">
          <a:xfrm>
            <a:off x="2611808" y="3428997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67839939" name="Subtitle 2"/>
          <p:cNvSpPr>
            <a:spLocks noGrp="1"/>
          </p:cNvSpPr>
          <p:nvPr>
            <p:ph type="subTitle" idx="1"/>
          </p:nvPr>
        </p:nvSpPr>
        <p:spPr bwMode="auto">
          <a:xfrm>
            <a:off x="2772274" y="2268786"/>
            <a:ext cx="5357600" cy="1160212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1311260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B3A824-1A51-4B26-AD58-A6D8E14F6C04}" type="datetimeFigureOut">
              <a:rPr lang="en-US"/>
              <a:t>2/11/2026</a:t>
            </a:fld>
            <a:endParaRPr lang="en-US"/>
          </a:p>
        </p:txBody>
      </p:sp>
      <p:sp>
        <p:nvSpPr>
          <p:cNvPr id="6971426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12360218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 rIns="45720"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298723057" name="TextBox 12"/>
          <p:cNvSpPr txBox="1"/>
          <p:nvPr/>
        </p:nvSpPr>
        <p:spPr bwMode="auto">
          <a:xfrm>
            <a:off x="2191282" y="3262851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2400">
                <a:solidFill>
                  <a:schemeClr val="accent6"/>
                </a:solidFill>
                <a:latin typeface="Wingdings 3"/>
              </a:rPr>
              <a:t>z</a:t>
            </a:r>
            <a:endParaRPr lang="en-US" sz="2400">
              <a:solidFill>
                <a:schemeClr val="accent6"/>
              </a:solidFill>
              <a:latin typeface="MS Shell Dlg 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757299" name="Rectangle 28"/>
          <p:cNvSpPr/>
          <p:nvPr/>
        </p:nvSpPr>
        <p:spPr bwMode="auto"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57475" name="Rectangle 8"/>
          <p:cNvSpPr/>
          <p:nvPr/>
        </p:nvSpPr>
        <p:spPr bwMode="auto"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0973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14430399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661014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D162C4-EDD9-4389-A98B-B87ECEA2A816}" type="datetimeFigureOut">
              <a:rPr lang="en-US"/>
              <a:t>2/11/2026</a:t>
            </a:fld>
            <a:endParaRPr lang="en-US"/>
          </a:p>
        </p:txBody>
      </p:sp>
      <p:sp>
        <p:nvSpPr>
          <p:cNvPr id="11253585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6632728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930159929" name="TextBox 6"/>
          <p:cNvSpPr txBox="1"/>
          <p:nvPr/>
        </p:nvSpPr>
        <p:spPr bwMode="auto"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800">
                <a:solidFill>
                  <a:schemeClr val="accent6"/>
                </a:solidFill>
                <a:latin typeface="Wingdings 3"/>
              </a:rPr>
              <a:t>z</a:t>
            </a:r>
            <a:endParaRPr lang="en-US" sz="1000">
              <a:solidFill>
                <a:schemeClr val="accent6"/>
              </a:solidFill>
              <a:latin typeface="MS Shell Dlg 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577653" name="Rectangle 23"/>
          <p:cNvSpPr/>
          <p:nvPr/>
        </p:nvSpPr>
        <p:spPr bwMode="auto"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052998" name="Rectangle 24"/>
          <p:cNvSpPr/>
          <p:nvPr/>
        </p:nvSpPr>
        <p:spPr bwMode="auto"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52829349" name="TextBox 10"/>
          <p:cNvSpPr txBox="1"/>
          <p:nvPr/>
        </p:nvSpPr>
        <p:spPr bwMode="auto"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800">
                <a:solidFill>
                  <a:schemeClr val="accent6"/>
                </a:solidFill>
                <a:latin typeface="Wingdings 3"/>
              </a:rPr>
              <a:t>z</a:t>
            </a:r>
            <a:endParaRPr lang="en-US" sz="1000">
              <a:solidFill>
                <a:schemeClr val="accent6"/>
              </a:solidFill>
              <a:latin typeface="MS Shell Dlg 2"/>
            </a:endParaRPr>
          </a:p>
        </p:txBody>
      </p:sp>
      <p:sp>
        <p:nvSpPr>
          <p:cNvPr id="870659196" name="Title 1"/>
          <p:cNvSpPr>
            <a:spLocks noGrp="1"/>
          </p:cNvSpPr>
          <p:nvPr>
            <p:ph type="title"/>
          </p:nvPr>
        </p:nvSpPr>
        <p:spPr bwMode="auto"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299653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8792392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E5059C3-6A89-4494-99FF-5A4D6FFD50EB}" type="datetimeFigureOut">
              <a:rPr lang="en-US"/>
              <a:t>2/11/2026</a:t>
            </a:fld>
            <a:endParaRPr lang="en-US"/>
          </a:p>
        </p:txBody>
      </p:sp>
      <p:sp>
        <p:nvSpPr>
          <p:cNvPr id="18842072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7994795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446369" name="Rectangle 25"/>
          <p:cNvSpPr/>
          <p:nvPr/>
        </p:nvSpPr>
        <p:spPr bwMode="auto"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9813797" name="Rectangle 26"/>
          <p:cNvSpPr/>
          <p:nvPr/>
        </p:nvSpPr>
        <p:spPr bwMode="auto"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955300" name="Title 1"/>
          <p:cNvSpPr>
            <a:spLocks noGrp="1"/>
          </p:cNvSpPr>
          <p:nvPr>
            <p:ph type="title"/>
          </p:nvPr>
        </p:nvSpPr>
        <p:spPr bwMode="auto">
          <a:xfrm>
            <a:off x="2609873" y="805817"/>
            <a:ext cx="7950984" cy="108170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4616113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2605374" y="2052116"/>
            <a:ext cx="3891960" cy="399782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373057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666636" y="2052114"/>
            <a:ext cx="3894222" cy="3997829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53429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A954B2F-12DE-47F5-8894-472B206D2E1E}" type="datetimeFigureOut">
              <a:rPr lang="en-US"/>
              <a:t>2/11/2026</a:t>
            </a:fld>
            <a:endParaRPr lang="en-US"/>
          </a:p>
        </p:txBody>
      </p:sp>
      <p:sp>
        <p:nvSpPr>
          <p:cNvPr id="102820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5763621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1338785210" name="TextBox 9"/>
          <p:cNvSpPr txBox="1"/>
          <p:nvPr/>
        </p:nvSpPr>
        <p:spPr bwMode="auto"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800">
                <a:solidFill>
                  <a:schemeClr val="accent6"/>
                </a:solidFill>
                <a:latin typeface="Wingdings 3"/>
              </a:rPr>
              <a:t>z</a:t>
            </a:r>
            <a:endParaRPr lang="en-US" sz="1000">
              <a:solidFill>
                <a:schemeClr val="accent6"/>
              </a:solidFill>
              <a:latin typeface="MS Shell Dlg 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57094" name="Rectangle 19"/>
          <p:cNvSpPr/>
          <p:nvPr/>
        </p:nvSpPr>
        <p:spPr bwMode="auto"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992423" name="Rectangle 20"/>
          <p:cNvSpPr/>
          <p:nvPr/>
        </p:nvSpPr>
        <p:spPr bwMode="auto"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682470" name="TextBox 11"/>
          <p:cNvSpPr txBox="1"/>
          <p:nvPr/>
        </p:nvSpPr>
        <p:spPr bwMode="auto"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800">
                <a:solidFill>
                  <a:schemeClr val="accent6"/>
                </a:solidFill>
                <a:latin typeface="Wingdings 3"/>
              </a:rPr>
              <a:t>z</a:t>
            </a:r>
            <a:endParaRPr lang="en-US" sz="1000">
              <a:solidFill>
                <a:schemeClr val="accent6"/>
              </a:solidFill>
              <a:latin typeface="MS Shell Dlg 2"/>
            </a:endParaRPr>
          </a:p>
        </p:txBody>
      </p:sp>
      <p:sp>
        <p:nvSpPr>
          <p:cNvPr id="277331473" name="Title 1"/>
          <p:cNvSpPr>
            <a:spLocks noGrp="1"/>
          </p:cNvSpPr>
          <p:nvPr>
            <p:ph type="title"/>
          </p:nvPr>
        </p:nvSpPr>
        <p:spPr bwMode="auto">
          <a:xfrm>
            <a:off x="2609873" y="805817"/>
            <a:ext cx="7956560" cy="1078348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915114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35729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2609285" y="2851331"/>
            <a:ext cx="3893622" cy="3071434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2397144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287878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666635" y="2851331"/>
            <a:ext cx="3899798" cy="3071434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7871754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30E46F-7819-4ACF-B48B-48222C2ACC88}" type="datetimeFigureOut">
              <a:rPr lang="en-US"/>
              <a:t>2/11/2026</a:t>
            </a:fld>
            <a:endParaRPr lang="en-US"/>
          </a:p>
        </p:txBody>
      </p:sp>
      <p:sp>
        <p:nvSpPr>
          <p:cNvPr id="202535867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74509725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631598" name="Rectangle 12"/>
          <p:cNvSpPr/>
          <p:nvPr/>
        </p:nvSpPr>
        <p:spPr bwMode="auto"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248836" name="Rectangle 13"/>
          <p:cNvSpPr/>
          <p:nvPr/>
        </p:nvSpPr>
        <p:spPr bwMode="auto"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6673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694598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AF3416-4057-4DAA-829D-4CA07428D088}" type="datetimeFigureOut">
              <a:rPr lang="en-US"/>
              <a:t>2/11/2026</a:t>
            </a:fld>
            <a:endParaRPr lang="en-US"/>
          </a:p>
        </p:txBody>
      </p:sp>
      <p:sp>
        <p:nvSpPr>
          <p:cNvPr id="180556803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131048410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300034745" name="TextBox 7"/>
          <p:cNvSpPr txBox="1"/>
          <p:nvPr/>
        </p:nvSpPr>
        <p:spPr bwMode="auto"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800">
                <a:solidFill>
                  <a:schemeClr val="accent6"/>
                </a:solidFill>
                <a:latin typeface="Wingdings 3"/>
              </a:rPr>
              <a:t>z</a:t>
            </a:r>
            <a:endParaRPr lang="en-US" sz="1000">
              <a:solidFill>
                <a:schemeClr val="accent6"/>
              </a:solidFill>
              <a:latin typeface="MS Shell Dlg 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11100" name="Rectangle 11"/>
          <p:cNvSpPr/>
          <p:nvPr/>
        </p:nvSpPr>
        <p:spPr bwMode="auto"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3679726" name="Rectangle 12"/>
          <p:cNvSpPr/>
          <p:nvPr/>
        </p:nvSpPr>
        <p:spPr bwMode="auto"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68423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21D9284-D300-4297-87F7-E791DCC15DB1}" type="datetimeFigureOut">
              <a:rPr lang="en-US"/>
              <a:t>2/11/2026</a:t>
            </a:fld>
            <a:endParaRPr lang="en-US"/>
          </a:p>
        </p:txBody>
      </p:sp>
      <p:sp>
        <p:nvSpPr>
          <p:cNvPr id="16364829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142113086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202864" name="Rectangle 24"/>
          <p:cNvSpPr/>
          <p:nvPr/>
        </p:nvSpPr>
        <p:spPr bwMode="auto"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99159" name="Rectangle 25"/>
          <p:cNvSpPr/>
          <p:nvPr/>
        </p:nvSpPr>
        <p:spPr bwMode="auto"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779917" name="TextBox 9"/>
          <p:cNvSpPr txBox="1"/>
          <p:nvPr/>
        </p:nvSpPr>
        <p:spPr bwMode="auto"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800">
                <a:solidFill>
                  <a:schemeClr val="accent6"/>
                </a:solidFill>
                <a:latin typeface="Wingdings 3"/>
              </a:rPr>
              <a:t>z</a:t>
            </a:r>
            <a:endParaRPr lang="en-US" sz="1000">
              <a:solidFill>
                <a:schemeClr val="accent6"/>
              </a:solidFill>
              <a:latin typeface="MS Shell Dlg 2"/>
            </a:endParaRPr>
          </a:p>
        </p:txBody>
      </p:sp>
      <p:sp>
        <p:nvSpPr>
          <p:cNvPr id="904619374" name="Title 1"/>
          <p:cNvSpPr>
            <a:spLocks noGrp="1"/>
          </p:cNvSpPr>
          <p:nvPr>
            <p:ph type="title"/>
          </p:nvPr>
        </p:nvSpPr>
        <p:spPr bwMode="auto"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50556166" name="Content Placeholder 2"/>
          <p:cNvSpPr>
            <a:spLocks noGrp="1"/>
          </p:cNvSpPr>
          <p:nvPr>
            <p:ph idx="1"/>
          </p:nvPr>
        </p:nvSpPr>
        <p:spPr bwMode="auto">
          <a:xfrm>
            <a:off x="5120154" y="805817"/>
            <a:ext cx="5446278" cy="5244126"/>
          </a:xfrm>
        </p:spPr>
        <p:txBody>
          <a:bodyPr anchor="ctr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439932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7708272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7D525BB-DA17-4BA0-B3C8-3AC3ABC827E6}" type="datetimeFigureOut">
              <a:rPr lang="en-US"/>
              <a:t>2/11/2026</a:t>
            </a:fld>
            <a:endParaRPr lang="en-US"/>
          </a:p>
        </p:txBody>
      </p:sp>
      <p:sp>
        <p:nvSpPr>
          <p:cNvPr id="17162608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13477901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650519" name="Rectangle 18"/>
          <p:cNvSpPr/>
          <p:nvPr/>
        </p:nvSpPr>
        <p:spPr bwMode="auto"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392165" name="Rectangle 19"/>
          <p:cNvSpPr/>
          <p:nvPr/>
        </p:nvSpPr>
        <p:spPr bwMode="auto"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58558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6747062" y="3228"/>
            <a:ext cx="4629734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78984272" name="TextBox 9"/>
          <p:cNvSpPr txBox="1"/>
          <p:nvPr/>
        </p:nvSpPr>
        <p:spPr bwMode="auto"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800">
                <a:solidFill>
                  <a:schemeClr val="accent6"/>
                </a:solidFill>
                <a:latin typeface="Wingdings 3"/>
              </a:rPr>
              <a:t>z</a:t>
            </a:r>
            <a:endParaRPr lang="en-US" sz="1000">
              <a:solidFill>
                <a:schemeClr val="accent6"/>
              </a:solidFill>
              <a:latin typeface="MS Shell Dlg 2"/>
            </a:endParaRPr>
          </a:p>
        </p:txBody>
      </p:sp>
      <p:sp>
        <p:nvSpPr>
          <p:cNvPr id="1486073941" name="Title 1"/>
          <p:cNvSpPr>
            <a:spLocks noGrp="1"/>
          </p:cNvSpPr>
          <p:nvPr>
            <p:ph type="title"/>
          </p:nvPr>
        </p:nvSpPr>
        <p:spPr bwMode="auto"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883019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029205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16C4C9A-3960-41CF-A4E9-2A8FB932454B}" type="datetimeFigureOut">
              <a:rPr lang="en-US"/>
              <a:t>2/11/2026</a:t>
            </a:fld>
            <a:endParaRPr lang="en-US"/>
          </a:p>
        </p:txBody>
      </p:sp>
      <p:sp>
        <p:nvSpPr>
          <p:cNvPr id="3476931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15367156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334759" name="Rectangle 13"/>
          <p:cNvSpPr/>
          <p:nvPr/>
        </p:nvSpPr>
        <p:spPr bwMode="auto"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540606" name="Rectangle 14"/>
          <p:cNvSpPr/>
          <p:nvPr/>
        </p:nvSpPr>
        <p:spPr bwMode="auto"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334108" name="TextBox 8"/>
          <p:cNvSpPr txBox="1"/>
          <p:nvPr/>
        </p:nvSpPr>
        <p:spPr bwMode="auto"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800">
                <a:solidFill>
                  <a:schemeClr val="accent6"/>
                </a:solidFill>
                <a:latin typeface="Wingdings 3"/>
              </a:rPr>
              <a:t>z</a:t>
            </a:r>
            <a:endParaRPr lang="en-US" sz="1000">
              <a:solidFill>
                <a:schemeClr val="accent6"/>
              </a:solidFill>
              <a:latin typeface="MS Shell Dlg 2"/>
            </a:endParaRPr>
          </a:p>
        </p:txBody>
      </p:sp>
      <p:sp>
        <p:nvSpPr>
          <p:cNvPr id="884498001" name="Title 1"/>
          <p:cNvSpPr>
            <a:spLocks noGrp="1"/>
          </p:cNvSpPr>
          <p:nvPr>
            <p:ph type="title"/>
          </p:nvPr>
        </p:nvSpPr>
        <p:spPr bwMode="auto">
          <a:xfrm>
            <a:off x="2611808" y="808056"/>
            <a:ext cx="7954091" cy="107722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5425034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062060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857E33E-8B18-4087-B112-809917729534}" type="datetimeFigureOut">
              <a:rPr lang="en-US"/>
              <a:t>2/11/2026</a:t>
            </a:fld>
            <a:endParaRPr lang="en-US"/>
          </a:p>
        </p:txBody>
      </p:sp>
      <p:sp>
        <p:nvSpPr>
          <p:cNvPr id="19404900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11512860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85928" name="Rectangle 14"/>
          <p:cNvSpPr/>
          <p:nvPr/>
        </p:nvSpPr>
        <p:spPr bwMode="auto"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150651" name="Rectangle 15"/>
          <p:cNvSpPr/>
          <p:nvPr/>
        </p:nvSpPr>
        <p:spPr bwMode="auto"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46508296" name="TextBox 8"/>
          <p:cNvSpPr txBox="1"/>
          <p:nvPr/>
        </p:nvSpPr>
        <p:spPr bwMode="auto"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800">
                <a:solidFill>
                  <a:schemeClr val="accent6"/>
                </a:solidFill>
                <a:latin typeface="Wingdings 3"/>
              </a:rPr>
              <a:t>z</a:t>
            </a:r>
            <a:endParaRPr lang="en-US" sz="1000">
              <a:solidFill>
                <a:schemeClr val="accent6"/>
              </a:solidFill>
              <a:latin typeface="MS Shell Dlg 2"/>
            </a:endParaRPr>
          </a:p>
        </p:txBody>
      </p:sp>
      <p:sp>
        <p:nvSpPr>
          <p:cNvPr id="44041997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239380" y="805817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5205532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2608751" y="970410"/>
            <a:ext cx="6466903" cy="507953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220115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FFE419-2371-464F-8239-3959401C3561}" type="datetimeFigureOut">
              <a:rPr lang="en-US"/>
              <a:t>2/11/2026</a:t>
            </a:fld>
            <a:endParaRPr lang="en-US"/>
          </a:p>
        </p:txBody>
      </p:sp>
      <p:sp>
        <p:nvSpPr>
          <p:cNvPr id="20284279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1656843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9948032" name="Picture 17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926585619" name="Picture 14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40083375" name="Rectangle 7"/>
          <p:cNvSpPr/>
          <p:nvPr/>
        </p:nvSpPr>
        <p:spPr bwMode="auto"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5137903" name="Title Placeholder 1"/>
          <p:cNvSpPr>
            <a:spLocks noGrp="1"/>
          </p:cNvSpPr>
          <p:nvPr>
            <p:ph type="title"/>
          </p:nvPr>
        </p:nvSpPr>
        <p:spPr bwMode="auto"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046511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  <a:p>
            <a:pPr lvl="5">
              <a:defRPr/>
            </a:pPr>
            <a:r>
              <a:rPr lang="en-US"/>
              <a:t>Sixth level</a:t>
            </a:r>
            <a:endParaRPr/>
          </a:p>
          <a:p>
            <a:pPr lvl="6">
              <a:defRPr/>
            </a:pPr>
            <a:r>
              <a:rPr lang="en-US"/>
              <a:t>Seventh level</a:t>
            </a:r>
            <a:endParaRPr/>
          </a:p>
          <a:p>
            <a:pPr lvl="7">
              <a:defRPr/>
            </a:pPr>
            <a:r>
              <a:rPr lang="en-US"/>
              <a:t>Eigth level</a:t>
            </a:r>
            <a:endParaRPr/>
          </a:p>
          <a:p>
            <a:pPr lvl="8">
              <a:defRPr/>
            </a:pPr>
            <a:r>
              <a:rPr lang="en-US"/>
              <a:t>Ninth level</a:t>
            </a:r>
            <a:endParaRPr/>
          </a:p>
        </p:txBody>
      </p:sp>
      <p:sp>
        <p:nvSpPr>
          <p:cNvPr id="1356446261" name="Date Placeholder 3"/>
          <p:cNvSpPr>
            <a:spLocks noGrp="1"/>
          </p:cNvSpPr>
          <p:nvPr>
            <p:ph type="dt" sz="half" idx="2"/>
          </p:nvPr>
        </p:nvSpPr>
        <p:spPr bwMode="auto"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CBC1C18-307B-4F68-A007-B5B542270E8D}" type="datetimeFigureOut">
              <a:rPr lang="en-US"/>
              <a:t>2/11/2026</a:t>
            </a:fld>
            <a:endParaRPr lang="en-US"/>
          </a:p>
        </p:txBody>
      </p:sp>
      <p:sp>
        <p:nvSpPr>
          <p:cNvPr id="1317858370" name="Footer Placeholder 4"/>
          <p:cNvSpPr>
            <a:spLocks noGrp="1"/>
          </p:cNvSpPr>
          <p:nvPr>
            <p:ph type="ftr" sz="quarter" idx="3"/>
          </p:nvPr>
        </p:nvSpPr>
        <p:spPr bwMode="auto"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br>
              <a:rPr lang="en-US"/>
            </a:br>
            <a:r>
              <a:rPr lang="en-US"/>
              <a:t>              </a:t>
            </a:r>
            <a:endParaRPr/>
          </a:p>
        </p:txBody>
      </p:sp>
      <p:sp>
        <p:nvSpPr>
          <p:cNvPr id="175503242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 rot="0">
            <a:off x="-206867" y="6370558"/>
            <a:ext cx="636727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610013519" name="Rectangle 56"/>
          <p:cNvSpPr/>
          <p:nvPr/>
        </p:nvSpPr>
        <p:spPr bwMode="auto"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r" defTabSz="914400" rtl="0">
        <a:lnSpc>
          <a:spcPct val="90000"/>
        </a:lnSpc>
        <a:spcBef>
          <a:spcPts val="0"/>
        </a:spcBef>
        <a:buNone/>
        <a:defRPr sz="3400" b="0" i="0" cap="none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4488" indent="-344488" algn="l" defTabSz="914400" rtl="0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95338" indent="-338138" algn="l" defTabSz="914400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400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709738" indent="-338138" algn="l" defTabSz="914400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2173288" indent="-344488" algn="l" defTabSz="914400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642616" indent="-338328" algn="l" defTabSz="914400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3108960" indent="-338328" algn="l" defTabSz="914400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575303" indent="-338328" algn="l" defTabSz="914400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4041648" indent="-338328" algn="l" defTabSz="914400" rtl="0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media1.svg"/><Relationship Id="rId5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media2.svg"/><Relationship Id="rId6" Type="http://schemas.openxmlformats.org/officeDocument/2006/relationships/image" Target="../media/image8.png"/><Relationship Id="rId7" Type="http://schemas.openxmlformats.org/officeDocument/2006/relationships/image" Target="../media/media3.svg"/><Relationship Id="rId8" Type="http://schemas.openxmlformats.org/officeDocument/2006/relationships/image" Target="../media/image9.png"/><Relationship Id="rId9" Type="http://schemas.openxmlformats.org/officeDocument/2006/relationships/image" Target="../media/media4.svg"/><Relationship Id="rId10" Type="http://schemas.openxmlformats.org/officeDocument/2006/relationships/image" Target="../media/image10.png"/><Relationship Id="rId11" Type="http://schemas.openxmlformats.org/officeDocument/2006/relationships/image" Target="../media/media5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microsoft.com/office/2007/relationships/diagramDrawing" Target="../diagrams/drawing1.xml" /><Relationship Id="rId5" Type="http://schemas.openxmlformats.org/officeDocument/2006/relationships/diagramData" Target="../diagrams/data1.xml" /><Relationship Id="rId6" Type="http://schemas.openxmlformats.org/officeDocument/2006/relationships/diagramColors" Target="../diagrams/colors1.xml" /><Relationship Id="rId7" Type="http://schemas.openxmlformats.org/officeDocument/2006/relationships/diagramLayout" Target="../diagrams/layout1.xml" /><Relationship Id="rId8" Type="http://schemas.openxmlformats.org/officeDocument/2006/relationships/diagramQuickStyle" Target="../diagrams/quickStyle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media6.svg"/><Relationship Id="rId6" Type="http://schemas.openxmlformats.org/officeDocument/2006/relationships/image" Target="../media/image18.png"/><Relationship Id="rId7" Type="http://schemas.openxmlformats.org/officeDocument/2006/relationships/image" Target="../media/media7.svg"/><Relationship Id="rId8" Type="http://schemas.openxmlformats.org/officeDocument/2006/relationships/image" Target="../media/image19.png"/><Relationship Id="rId9" Type="http://schemas.openxmlformats.org/officeDocument/2006/relationships/image" Target="../media/media8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microsoft.com/office/2007/relationships/diagramDrawing" Target="../diagrams/drawing2.xml" /><Relationship Id="rId5" Type="http://schemas.openxmlformats.org/officeDocument/2006/relationships/diagramData" Target="../diagrams/data2.xml" /><Relationship Id="rId6" Type="http://schemas.openxmlformats.org/officeDocument/2006/relationships/diagramColors" Target="../diagrams/colors2.xml" /><Relationship Id="rId7" Type="http://schemas.openxmlformats.org/officeDocument/2006/relationships/diagramLayout" Target="../diagrams/layout2.xml" /><Relationship Id="rId8" Type="http://schemas.openxmlformats.org/officeDocument/2006/relationships/diagramQuickStyle" Target="../diagrams/quickStyle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microsoft.com/office/2007/relationships/diagramDrawing" Target="../diagrams/drawing3.xml" /><Relationship Id="rId5" Type="http://schemas.openxmlformats.org/officeDocument/2006/relationships/diagramData" Target="../diagrams/data3.xml" /><Relationship Id="rId6" Type="http://schemas.openxmlformats.org/officeDocument/2006/relationships/diagramColors" Target="../diagrams/colors3.xml" /><Relationship Id="rId7" Type="http://schemas.openxmlformats.org/officeDocument/2006/relationships/diagramLayout" Target="../diagrams/layout3.xml" /><Relationship Id="rId8" Type="http://schemas.openxmlformats.org/officeDocument/2006/relationships/diagramQuickStyle" Target="../diagrams/quickStyle3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microsoft.com/office/2007/relationships/diagramDrawing" Target="../diagrams/drawing4.xml" /><Relationship Id="rId5" Type="http://schemas.openxmlformats.org/officeDocument/2006/relationships/diagramData" Target="../diagrams/data4.xml" /><Relationship Id="rId6" Type="http://schemas.openxmlformats.org/officeDocument/2006/relationships/diagramColors" Target="../diagrams/colors4.xml" /><Relationship Id="rId7" Type="http://schemas.openxmlformats.org/officeDocument/2006/relationships/diagramLayout" Target="../diagrams/layout4.xml" /><Relationship Id="rId8" Type="http://schemas.openxmlformats.org/officeDocument/2006/relationships/diagramQuickStyle" Target="../diagrams/quickStyle4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media9.svg"/><Relationship Id="rId5" Type="http://schemas.openxmlformats.org/officeDocument/2006/relationships/image" Target="../media/image27.png"/><Relationship Id="rId6" Type="http://schemas.openxmlformats.org/officeDocument/2006/relationships/image" Target="../media/media10.svg"/><Relationship Id="rId7" Type="http://schemas.openxmlformats.org/officeDocument/2006/relationships/image" Target="../media/image5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media11.svg"/><Relationship Id="rId11" Type="http://schemas.openxmlformats.org/officeDocument/2006/relationships/image" Target="../media/image30.png"/><Relationship Id="rId12" Type="http://schemas.openxmlformats.org/officeDocument/2006/relationships/image" Target="../media/media12.svg"/><Relationship Id="rId13" Type="http://schemas.openxmlformats.org/officeDocument/2006/relationships/image" Target="../media/image3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microsoft.com/office/2007/relationships/diagramDrawing" Target="../diagrams/drawing5.xml" /><Relationship Id="rId5" Type="http://schemas.openxmlformats.org/officeDocument/2006/relationships/diagramData" Target="../diagrams/data5.xml" /><Relationship Id="rId6" Type="http://schemas.openxmlformats.org/officeDocument/2006/relationships/diagramColors" Target="../diagrams/colors5.xml" /><Relationship Id="rId7" Type="http://schemas.openxmlformats.org/officeDocument/2006/relationships/diagramLayout" Target="../diagrams/layout5.xml" /><Relationship Id="rId8" Type="http://schemas.openxmlformats.org/officeDocument/2006/relationships/diagramQuickStyle" Target="../diagrams/quickStyle5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microsoft.com/office/2007/relationships/diagramDrawing" Target="../diagrams/drawing6.xml" /><Relationship Id="rId5" Type="http://schemas.openxmlformats.org/officeDocument/2006/relationships/diagramData" Target="../diagrams/data6.xml" /><Relationship Id="rId6" Type="http://schemas.openxmlformats.org/officeDocument/2006/relationships/diagramColors" Target="../diagrams/colors6.xml" /><Relationship Id="rId7" Type="http://schemas.openxmlformats.org/officeDocument/2006/relationships/diagramLayout" Target="../diagrams/layout6.xml" /><Relationship Id="rId8" Type="http://schemas.openxmlformats.org/officeDocument/2006/relationships/diagramQuickStyle" Target="../diagrams/quickStyle6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microsoft.com/office/2007/relationships/diagramDrawing" Target="../diagrams/drawing7.xml" /><Relationship Id="rId5" Type="http://schemas.openxmlformats.org/officeDocument/2006/relationships/diagramData" Target="../diagrams/data7.xml" /><Relationship Id="rId6" Type="http://schemas.openxmlformats.org/officeDocument/2006/relationships/diagramColors" Target="../diagrams/colors7.xml" /><Relationship Id="rId7" Type="http://schemas.openxmlformats.org/officeDocument/2006/relationships/diagramLayout" Target="../diagrams/layout7.xml" /><Relationship Id="rId8" Type="http://schemas.openxmlformats.org/officeDocument/2006/relationships/diagramQuickStyle" Target="../diagrams/quickStyle7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microsoft.com/office/2007/relationships/diagramDrawing" Target="../diagrams/drawing8.xml" /><Relationship Id="rId5" Type="http://schemas.openxmlformats.org/officeDocument/2006/relationships/diagramData" Target="../diagrams/data8.xml" /><Relationship Id="rId6" Type="http://schemas.openxmlformats.org/officeDocument/2006/relationships/diagramColors" Target="../diagrams/colors8.xml" /><Relationship Id="rId7" Type="http://schemas.openxmlformats.org/officeDocument/2006/relationships/diagramLayout" Target="../diagrams/layout8.xml" /><Relationship Id="rId8" Type="http://schemas.openxmlformats.org/officeDocument/2006/relationships/diagramQuickStyle" Target="../diagrams/quickStyle8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microsoft.com/office/2007/relationships/diagramDrawing" Target="../diagrams/drawing9.xml" /><Relationship Id="rId5" Type="http://schemas.openxmlformats.org/officeDocument/2006/relationships/diagramData" Target="../diagrams/data9.xml" /><Relationship Id="rId6" Type="http://schemas.openxmlformats.org/officeDocument/2006/relationships/diagramColors" Target="../diagrams/colors9.xml" /><Relationship Id="rId7" Type="http://schemas.openxmlformats.org/officeDocument/2006/relationships/diagramLayout" Target="../diagrams/layout9.xml" /><Relationship Id="rId8" Type="http://schemas.openxmlformats.org/officeDocument/2006/relationships/diagramQuickStyle" Target="../diagrams/quickStyle9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microsoft.com/office/2007/relationships/diagramDrawing" Target="../diagrams/drawing10.xml" /><Relationship Id="rId5" Type="http://schemas.openxmlformats.org/officeDocument/2006/relationships/diagramData" Target="../diagrams/data10.xml" /><Relationship Id="rId6" Type="http://schemas.openxmlformats.org/officeDocument/2006/relationships/diagramColors" Target="../diagrams/colors10.xml" /><Relationship Id="rId7" Type="http://schemas.openxmlformats.org/officeDocument/2006/relationships/diagramLayout" Target="../diagrams/layout10.xml" /><Relationship Id="rId8" Type="http://schemas.openxmlformats.org/officeDocument/2006/relationships/diagramQuickStyle" Target="../diagrams/quickStyle10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microsoft.com/office/2007/relationships/diagramDrawing" Target="../diagrams/drawing11.xml" /><Relationship Id="rId5" Type="http://schemas.openxmlformats.org/officeDocument/2006/relationships/diagramData" Target="../diagrams/data11.xml" /><Relationship Id="rId6" Type="http://schemas.openxmlformats.org/officeDocument/2006/relationships/diagramColors" Target="../diagrams/colors11.xml" /><Relationship Id="rId7" Type="http://schemas.openxmlformats.org/officeDocument/2006/relationships/diagramLayout" Target="../diagrams/layout11.xml" /><Relationship Id="rId8" Type="http://schemas.openxmlformats.org/officeDocument/2006/relationships/diagramQuickStyle" Target="../diagrams/quickStyle1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microsoft.com/office/2007/relationships/diagramDrawing" Target="../diagrams/drawing12.xml" /><Relationship Id="rId5" Type="http://schemas.openxmlformats.org/officeDocument/2006/relationships/diagramData" Target="../diagrams/data12.xml" /><Relationship Id="rId6" Type="http://schemas.openxmlformats.org/officeDocument/2006/relationships/diagramColors" Target="../diagrams/colors12.xml" /><Relationship Id="rId7" Type="http://schemas.openxmlformats.org/officeDocument/2006/relationships/diagramLayout" Target="../diagrams/layout12.xml" /><Relationship Id="rId8" Type="http://schemas.openxmlformats.org/officeDocument/2006/relationships/diagramQuickStyle" Target="../diagrams/quickStyle1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microsoft.com/office/2007/relationships/diagramDrawing" Target="../diagrams/drawing13.xml" /><Relationship Id="rId5" Type="http://schemas.openxmlformats.org/officeDocument/2006/relationships/diagramData" Target="../diagrams/data13.xml" /><Relationship Id="rId6" Type="http://schemas.openxmlformats.org/officeDocument/2006/relationships/diagramColors" Target="../diagrams/colors13.xml" /><Relationship Id="rId7" Type="http://schemas.openxmlformats.org/officeDocument/2006/relationships/diagramLayout" Target="../diagrams/layout13.xml" /><Relationship Id="rId8" Type="http://schemas.openxmlformats.org/officeDocument/2006/relationships/diagramQuickStyle" Target="../diagrams/quickStyle13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chart" Target="../charts/char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microsoft.com/office/2007/relationships/diagramDrawing" Target="../diagrams/drawing14.xml" /><Relationship Id="rId5" Type="http://schemas.openxmlformats.org/officeDocument/2006/relationships/diagramData" Target="../diagrams/data14.xml" /><Relationship Id="rId6" Type="http://schemas.openxmlformats.org/officeDocument/2006/relationships/diagramColors" Target="../diagrams/colors14.xml" /><Relationship Id="rId7" Type="http://schemas.openxmlformats.org/officeDocument/2006/relationships/diagramLayout" Target="../diagrams/layout14.xml" /><Relationship Id="rId8" Type="http://schemas.openxmlformats.org/officeDocument/2006/relationships/diagramQuickStyle" Target="../diagrams/quickStyle14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microsoft.com/office/2007/relationships/diagramDrawing" Target="../diagrams/drawing15.xml" /><Relationship Id="rId5" Type="http://schemas.openxmlformats.org/officeDocument/2006/relationships/diagramData" Target="../diagrams/data15.xml" /><Relationship Id="rId6" Type="http://schemas.openxmlformats.org/officeDocument/2006/relationships/diagramColors" Target="../diagrams/colors15.xml" /><Relationship Id="rId7" Type="http://schemas.openxmlformats.org/officeDocument/2006/relationships/diagramLayout" Target="../diagrams/layout15.xml" /><Relationship Id="rId8" Type="http://schemas.openxmlformats.org/officeDocument/2006/relationships/diagramQuickStyle" Target="../diagrams/quickStyle15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Relationship Id="rId4" Type="http://schemas.openxmlformats.org/officeDocument/2006/relationships/image" Target="../media/media13.sv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757419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44782848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116212" y="630829"/>
            <a:ext cx="7958137" cy="1077912"/>
          </a:xfrm>
        </p:spPr>
        <p:txBody>
          <a:bodyPr/>
          <a:lstStyle/>
          <a:p>
            <a:pPr algn="ctr">
              <a:defRPr/>
            </a:pPr>
            <a:r>
              <a:rPr lang="de-DE" sz="5400">
                <a:latin typeface="Avenir Next LT Pro"/>
              </a:rPr>
              <a:t>Projekt "</a:t>
            </a:r>
            <a:r>
              <a:rPr lang="de-DE" sz="5400">
                <a:latin typeface="Avenir Next LT Pro"/>
              </a:rPr>
              <a:t>MyPark</a:t>
            </a:r>
            <a:r>
              <a:rPr lang="de-DE" sz="5400">
                <a:latin typeface="Avenir Next LT Pro"/>
              </a:rPr>
              <a:t>"</a:t>
            </a:r>
            <a:endParaRPr lang="en-US">
              <a:cs typeface="Arial"/>
            </a:endParaRPr>
          </a:p>
        </p:txBody>
      </p:sp>
      <p:sp>
        <p:nvSpPr>
          <p:cNvPr id="248697642" name="Subtitle 2"/>
          <p:cNvSpPr>
            <a:spLocks noGrp="1"/>
          </p:cNvSpPr>
          <p:nvPr>
            <p:ph idx="4294967295"/>
          </p:nvPr>
        </p:nvSpPr>
        <p:spPr bwMode="auto">
          <a:xfrm>
            <a:off x="2800904" y="2043778"/>
            <a:ext cx="7796212" cy="39973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defRPr/>
            </a:pPr>
            <a:r>
              <a:rPr lang="de-DE">
                <a:ea typeface="+mn-lt"/>
                <a:cs typeface="+mn-lt"/>
              </a:rPr>
              <a:t>Unterstützung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>
                <a:ea typeface="+mn-lt"/>
                <a:cs typeface="+mn-lt"/>
              </a:rPr>
              <a:t>bei</a:t>
            </a:r>
            <a:r>
              <a:rPr lang="de-DE">
                <a:ea typeface="+mn-lt"/>
                <a:cs typeface="+mn-lt"/>
              </a:rPr>
              <a:t> der </a:t>
            </a:r>
            <a:r>
              <a:rPr lang="de-DE">
                <a:ea typeface="+mn-lt"/>
                <a:cs typeface="+mn-lt"/>
              </a:rPr>
              <a:t>Projektplanung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>
                <a:ea typeface="+mn-lt"/>
                <a:cs typeface="+mn-lt"/>
              </a:rPr>
              <a:t>einer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>
                <a:ea typeface="+mn-lt"/>
                <a:cs typeface="+mn-lt"/>
              </a:rPr>
              <a:t>neuen</a:t>
            </a:r>
            <a:r>
              <a:rPr lang="de-DE">
                <a:ea typeface="+mn-lt"/>
                <a:cs typeface="+mn-lt"/>
              </a:rPr>
              <a:t> </a:t>
            </a:r>
            <a:br>
              <a:rPr lang="de-DE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Parkraum-Lösung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>
                <a:ea typeface="+mn-lt"/>
                <a:cs typeface="+mn-lt"/>
              </a:rPr>
              <a:t>durch</a:t>
            </a:r>
            <a:r>
              <a:rPr lang="de-DE">
                <a:ea typeface="+mn-lt"/>
                <a:cs typeface="+mn-lt"/>
              </a:rPr>
              <a:t>:</a:t>
            </a:r>
            <a:br>
              <a:rPr lang="de-DE"/>
            </a:br>
            <a:endParaRPr lang="de-DE">
              <a:cs typeface="Arial"/>
            </a:endParaRPr>
          </a:p>
          <a:p>
            <a:pPr marL="0" indent="0">
              <a:buNone/>
              <a:defRPr/>
            </a:pPr>
            <a:r>
              <a:rPr lang="de-DE">
                <a:cs typeface="Arial"/>
              </a:rPr>
              <a:t>     Novus Tech IT Consulting</a:t>
            </a:r>
            <a:endParaRPr lang="de-DE"/>
          </a:p>
          <a:p>
            <a:pPr marL="0" indent="0">
              <a:buNone/>
              <a:defRPr/>
            </a:pPr>
            <a:endParaRPr lang="de-DE">
              <a:cs typeface="Arial"/>
            </a:endParaRPr>
          </a:p>
          <a:p>
            <a:pPr marL="0" indent="0">
              <a:buNone/>
              <a:defRPr/>
            </a:pPr>
            <a:r>
              <a:rPr lang="de-DE">
                <a:cs typeface="Arial"/>
              </a:rPr>
              <a:t>Im</a:t>
            </a:r>
            <a:r>
              <a:rPr lang="de-DE">
                <a:cs typeface="Arial"/>
              </a:rPr>
              <a:t> </a:t>
            </a:r>
            <a:r>
              <a:rPr lang="de-DE">
                <a:cs typeface="Arial"/>
              </a:rPr>
              <a:t>Auftrag</a:t>
            </a:r>
            <a:r>
              <a:rPr lang="de-DE">
                <a:cs typeface="Arial"/>
              </a:rPr>
              <a:t> der </a:t>
            </a:r>
            <a:endParaRPr lang="de-DE"/>
          </a:p>
        </p:txBody>
      </p:sp>
      <p:pic>
        <p:nvPicPr>
          <p:cNvPr id="2131676049" name="Grafik 4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3048841" y="5106869"/>
            <a:ext cx="2390775" cy="471170"/>
          </a:xfrm>
          <a:prstGeom prst="rect">
            <a:avLst/>
          </a:prstGeom>
        </p:spPr>
      </p:pic>
      <p:pic>
        <p:nvPicPr>
          <p:cNvPr id="1095482859" name="Grafik 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048840" y="3205677"/>
            <a:ext cx="592288" cy="585190"/>
          </a:xfrm>
          <a:prstGeom prst="rect">
            <a:avLst/>
          </a:prstGeom>
        </p:spPr>
      </p:pic>
      <p:pic>
        <p:nvPicPr>
          <p:cNvPr id="744133175" name="Grafik 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53018" y="125481"/>
            <a:ext cx="592287" cy="585189"/>
          </a:xfrm>
          <a:prstGeom prst="rect">
            <a:avLst/>
          </a:prstGeom>
        </p:spPr>
      </p:pic>
      <p:sp>
        <p:nvSpPr>
          <p:cNvPr id="163476170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43D9CF8-C7BA-A922-8E91-2BF5B5DC5C0B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747871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559668844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9" y="125482"/>
            <a:ext cx="592288" cy="585190"/>
          </a:xfrm>
          <a:prstGeom prst="rect">
            <a:avLst/>
          </a:prstGeom>
        </p:spPr>
      </p:pic>
      <p:sp>
        <p:nvSpPr>
          <p:cNvPr id="1035320821" name="TextBox 4"/>
          <p:cNvSpPr txBox="1"/>
          <p:nvPr/>
        </p:nvSpPr>
        <p:spPr bwMode="auto">
          <a:xfrm>
            <a:off x="1089743" y="341365"/>
            <a:ext cx="100702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en-US" sz="2400" b="1">
                <a:cs typeface="Arial"/>
              </a:rPr>
              <a:t>Inhalt</a:t>
            </a:r>
            <a:endParaRPr lang="en-US" sz="2400" b="1"/>
          </a:p>
        </p:txBody>
      </p:sp>
      <p:sp>
        <p:nvSpPr>
          <p:cNvPr id="2022476165" name="TextBox 1"/>
          <p:cNvSpPr txBox="1"/>
          <p:nvPr/>
        </p:nvSpPr>
        <p:spPr bwMode="auto">
          <a:xfrm>
            <a:off x="1033299" y="1046918"/>
            <a:ext cx="10133203" cy="3749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342900" marR="0" indent="-342900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1D68B"/>
              </a:buClr>
              <a:buFont typeface="Courier New"/>
              <a:buChar char="o"/>
              <a:defRPr/>
            </a:pPr>
            <a:r>
              <a:rPr lang="de-DE" sz="2400" strike="noStrike" cap="none" spc="0">
                <a:ea typeface="+mn-lt"/>
                <a:cs typeface="+mn-lt"/>
              </a:rPr>
              <a:t>Beraterprofil</a:t>
            </a:r>
            <a:endParaRPr lang="de-DE" strike="noStrike" cap="none" spc="0">
              <a:cs typeface="Arial"/>
            </a:endParaRPr>
          </a:p>
          <a:p>
            <a:pPr marL="342900" marR="0" indent="-342900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1D68B"/>
              </a:buClr>
              <a:buFont typeface="Courier New"/>
              <a:buChar char="o"/>
              <a:defRPr/>
            </a:pPr>
            <a:r>
              <a:rPr lang="de-DE" sz="2400" strike="noStrike" cap="none" spc="0">
                <a:ea typeface="+mn-lt"/>
                <a:cs typeface="+mn-lt"/>
              </a:rPr>
              <a:t>Angebot</a:t>
            </a:r>
            <a:endParaRPr lang="de-DE" strike="noStrike" cap="none" spc="0">
              <a:cs typeface="Arial"/>
            </a:endParaRPr>
          </a:p>
          <a:p>
            <a:pPr marL="342900" marR="0" indent="-342900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1D68B"/>
              </a:buClr>
              <a:buFont typeface="Courier New"/>
              <a:buChar char="o"/>
              <a:defRPr/>
            </a:pPr>
            <a:r>
              <a:rPr lang="de-DE" sz="2400" strike="noStrike" cap="none" spc="0">
                <a:ea typeface="+mn-lt"/>
                <a:cs typeface="+mn-lt"/>
              </a:rPr>
              <a:t>Workshop</a:t>
            </a:r>
            <a:endParaRPr lang="de-DE" sz="2400" strike="noStrike" cap="none" spc="0">
              <a:ea typeface="Arial"/>
              <a:cs typeface="Arial"/>
            </a:endParaRPr>
          </a:p>
          <a:p>
            <a:pPr marL="342900" marR="0" indent="-342900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1D68B"/>
              </a:buClr>
              <a:buFont typeface="Courier New"/>
              <a:buChar char="o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Arial"/>
                <a:cs typeface="Arial"/>
              </a:rPr>
              <a:t>Retrospektive</a:t>
            </a:r>
            <a:endParaRPr lang="de-DE" strike="noStrike" cap="none" spc="0">
              <a:cs typeface="Arial"/>
            </a:endParaRPr>
          </a:p>
          <a:p>
            <a:pPr marL="342900" marR="0" indent="-342900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1D68B"/>
              </a:buClr>
              <a:buFont typeface="Courier New"/>
              <a:buChar char="o"/>
              <a:defRPr/>
            </a:pPr>
            <a:r>
              <a:rPr lang="de-DE" sz="2400" strike="noStrike" cap="none" spc="0">
                <a:ea typeface="+mn-lt"/>
                <a:cs typeface="+mn-lt"/>
              </a:rPr>
              <a:t>Gutachten</a:t>
            </a:r>
            <a:endParaRPr lang="de-DE" strike="noStrike" cap="none" spc="0">
              <a:cs typeface="Arial"/>
            </a:endParaRPr>
          </a:p>
        </p:txBody>
      </p:sp>
      <p:sp>
        <p:nvSpPr>
          <p:cNvPr id="21156752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69874FA-4D2D-4F22-C2BE-38875BEEFF37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809945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553949172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9" y="125482"/>
            <a:ext cx="592288" cy="585190"/>
          </a:xfrm>
          <a:prstGeom prst="rect">
            <a:avLst/>
          </a:prstGeom>
        </p:spPr>
      </p:pic>
      <p:sp>
        <p:nvSpPr>
          <p:cNvPr id="631195997" name="TextBox 10"/>
          <p:cNvSpPr txBox="1"/>
          <p:nvPr/>
        </p:nvSpPr>
        <p:spPr bwMode="auto">
          <a:xfrm>
            <a:off x="3541186" y="583763"/>
            <a:ext cx="7597439" cy="2042519"/>
          </a:xfrm>
          <a:prstGeom prst="rect">
            <a:avLst/>
          </a:prstGeom>
          <a:noFill/>
          <a:ln w="12700">
            <a:solidFill>
              <a:srgbClr val="A1D68B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sz="1600">
                <a:ea typeface="+mn-lt"/>
                <a:cs typeface="+mn-lt"/>
              </a:rPr>
              <a:t>Jannis Liebscher</a:t>
            </a:r>
            <a:endParaRPr lang="de-DE" sz="1600">
              <a:cs typeface="Arial"/>
            </a:endParaRPr>
          </a:p>
          <a:p>
            <a:pPr>
              <a:defRPr/>
            </a:pPr>
            <a:r>
              <a:rPr lang="de-DE" sz="1600">
                <a:ea typeface="+mn-lt"/>
                <a:cs typeface="+mn-lt"/>
              </a:rPr>
              <a:t>Junior IT-Consultant, B. Sc. Informatik</a:t>
            </a:r>
            <a:endParaRPr lang="de-DE"/>
          </a:p>
          <a:p>
            <a:pPr>
              <a:defRPr/>
            </a:pPr>
            <a:endParaRPr lang="de-DE" sz="1600">
              <a:ea typeface="+mn-lt"/>
              <a:cs typeface="+mn-lt"/>
            </a:endParaRPr>
          </a:p>
          <a:p>
            <a:pPr>
              <a:defRPr/>
            </a:pPr>
            <a:r>
              <a:rPr lang="de-DE" sz="1600">
                <a:ea typeface="+mn-lt"/>
                <a:cs typeface="+mn-lt"/>
              </a:rPr>
              <a:t>Mit </a:t>
            </a:r>
            <a:r>
              <a:rPr lang="de-DE" sz="1600">
                <a:ea typeface="+mn-lt"/>
                <a:cs typeface="+mn-lt"/>
              </a:rPr>
              <a:t>zwei</a:t>
            </a:r>
            <a:r>
              <a:rPr lang="de-DE" sz="1600">
                <a:ea typeface="+mn-lt"/>
                <a:cs typeface="+mn-lt"/>
              </a:rPr>
              <a:t> Jahren </a:t>
            </a:r>
            <a:r>
              <a:rPr lang="de-DE" sz="1600">
                <a:ea typeface="+mn-lt"/>
                <a:cs typeface="+mn-lt"/>
              </a:rPr>
              <a:t>Erfahrung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>
                <a:ea typeface="+mn-lt"/>
                <a:cs typeface="+mn-lt"/>
              </a:rPr>
              <a:t>im</a:t>
            </a:r>
            <a:r>
              <a:rPr lang="de-DE" sz="1600">
                <a:ea typeface="+mn-lt"/>
                <a:cs typeface="+mn-lt"/>
              </a:rPr>
              <a:t> Consulting, </a:t>
            </a:r>
            <a:r>
              <a:rPr lang="de-DE" sz="1600">
                <a:ea typeface="+mn-lt"/>
                <a:cs typeface="+mn-lt"/>
              </a:rPr>
              <a:t>aufbauend</a:t>
            </a:r>
            <a:r>
              <a:rPr lang="de-DE" sz="1600">
                <a:ea typeface="+mn-lt"/>
                <a:cs typeface="+mn-lt"/>
              </a:rPr>
              <a:t> auf </a:t>
            </a:r>
            <a:r>
              <a:rPr lang="de-DE" sz="1600">
                <a:ea typeface="+mn-lt"/>
                <a:cs typeface="+mn-lt"/>
              </a:rPr>
              <a:t>sieben</a:t>
            </a:r>
            <a:r>
              <a:rPr lang="de-DE" sz="1600">
                <a:ea typeface="+mn-lt"/>
                <a:cs typeface="+mn-lt"/>
              </a:rPr>
              <a:t> Jahren </a:t>
            </a:r>
            <a:r>
              <a:rPr lang="de-DE" sz="1600">
                <a:ea typeface="+mn-lt"/>
                <a:cs typeface="+mn-lt"/>
              </a:rPr>
              <a:t>als</a:t>
            </a:r>
            <a:r>
              <a:rPr lang="de-DE" sz="1600">
                <a:ea typeface="+mn-lt"/>
                <a:cs typeface="+mn-lt"/>
              </a:rPr>
              <a:t> Software-Architekt und </a:t>
            </a:r>
            <a:r>
              <a:rPr lang="de-DE" sz="1600">
                <a:ea typeface="+mn-lt"/>
                <a:cs typeface="+mn-lt"/>
              </a:rPr>
              <a:t>Entwickler</a:t>
            </a:r>
            <a:r>
              <a:rPr lang="de-DE" sz="1600">
                <a:ea typeface="+mn-lt"/>
                <a:cs typeface="+mn-lt"/>
              </a:rPr>
              <a:t>, </a:t>
            </a:r>
            <a:r>
              <a:rPr lang="de-DE" sz="1600">
                <a:ea typeface="+mn-lt"/>
                <a:cs typeface="+mn-lt"/>
              </a:rPr>
              <a:t>unterstütze</a:t>
            </a:r>
            <a:r>
              <a:rPr lang="de-DE" sz="1600">
                <a:ea typeface="+mn-lt"/>
                <a:cs typeface="+mn-lt"/>
              </a:rPr>
              <a:t> ich Kunden </a:t>
            </a:r>
            <a:r>
              <a:rPr lang="de-DE" sz="1600">
                <a:ea typeface="+mn-lt"/>
                <a:cs typeface="+mn-lt"/>
              </a:rPr>
              <a:t>bei</a:t>
            </a:r>
            <a:r>
              <a:rPr lang="de-DE" sz="1600">
                <a:ea typeface="+mn-lt"/>
                <a:cs typeface="+mn-lt"/>
              </a:rPr>
              <a:t> der </a:t>
            </a:r>
            <a:r>
              <a:rPr lang="de-DE" sz="1600">
                <a:ea typeface="+mn-lt"/>
                <a:cs typeface="+mn-lt"/>
              </a:rPr>
              <a:t>strukturierten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>
                <a:ea typeface="+mn-lt"/>
                <a:cs typeface="+mn-lt"/>
              </a:rPr>
              <a:t>Erfassung</a:t>
            </a:r>
            <a:r>
              <a:rPr lang="de-DE" sz="1600">
                <a:ea typeface="+mn-lt"/>
                <a:cs typeface="+mn-lt"/>
              </a:rPr>
              <a:t> und </a:t>
            </a:r>
            <a:r>
              <a:rPr lang="de-DE" sz="1600">
                <a:ea typeface="+mn-lt"/>
                <a:cs typeface="+mn-lt"/>
              </a:rPr>
              <a:t>Analyse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>
                <a:ea typeface="+mn-lt"/>
                <a:cs typeface="+mn-lt"/>
              </a:rPr>
              <a:t>fachlicher und technischer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>
                <a:ea typeface="+mn-lt"/>
                <a:cs typeface="+mn-lt"/>
              </a:rPr>
              <a:t>Anforderungen</a:t>
            </a:r>
            <a:r>
              <a:rPr lang="de-DE" sz="1600">
                <a:ea typeface="+mn-lt"/>
                <a:cs typeface="+mn-lt"/>
              </a:rPr>
              <a:t>. Mein </a:t>
            </a:r>
            <a:r>
              <a:rPr lang="de-DE" sz="1600">
                <a:ea typeface="+mn-lt"/>
                <a:cs typeface="+mn-lt"/>
              </a:rPr>
              <a:t>Fokus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>
                <a:ea typeface="+mn-lt"/>
                <a:cs typeface="+mn-lt"/>
              </a:rPr>
              <a:t>liegt</a:t>
            </a:r>
            <a:r>
              <a:rPr lang="de-DE" sz="1600">
                <a:ea typeface="+mn-lt"/>
                <a:cs typeface="+mn-lt"/>
              </a:rPr>
              <a:t> auf der </a:t>
            </a:r>
            <a:r>
              <a:rPr lang="de-DE" sz="1600">
                <a:ea typeface="+mn-lt"/>
                <a:cs typeface="+mn-lt"/>
              </a:rPr>
              <a:t>methodischen</a:t>
            </a:r>
            <a:r>
              <a:rPr lang="de-DE" sz="1600">
                <a:ea typeface="+mn-lt"/>
                <a:cs typeface="+mn-lt"/>
              </a:rPr>
              <a:t> </a:t>
            </a:r>
            <a:r>
              <a:rPr lang="de-DE" sz="1600">
                <a:ea typeface="+mn-lt"/>
                <a:cs typeface="+mn-lt"/>
              </a:rPr>
              <a:t>Begleitung</a:t>
            </a:r>
            <a:r>
              <a:rPr lang="de-DE" sz="1600">
                <a:ea typeface="+mn-lt"/>
                <a:cs typeface="+mn-lt"/>
              </a:rPr>
              <a:t> von Workshops </a:t>
            </a:r>
            <a:r>
              <a:rPr lang="de-DE" sz="1600">
                <a:ea typeface="+mn-lt"/>
                <a:cs typeface="+mn-lt"/>
              </a:rPr>
              <a:t>sowie</a:t>
            </a:r>
            <a:r>
              <a:rPr lang="de-DE" sz="1600">
                <a:ea typeface="+mn-lt"/>
                <a:cs typeface="+mn-lt"/>
              </a:rPr>
              <a:t> der </a:t>
            </a:r>
            <a:r>
              <a:rPr lang="de-DE" sz="1600">
                <a:ea typeface="+mn-lt"/>
                <a:cs typeface="+mn-lt"/>
              </a:rPr>
              <a:t>Überführung</a:t>
            </a:r>
            <a:r>
              <a:rPr lang="de-DE" sz="1600">
                <a:ea typeface="+mn-lt"/>
                <a:cs typeface="+mn-lt"/>
              </a:rPr>
              <a:t> von Stakeholder-</a:t>
            </a:r>
            <a:r>
              <a:rPr lang="de-DE" sz="1600">
                <a:ea typeface="+mn-lt"/>
                <a:cs typeface="+mn-lt"/>
              </a:rPr>
              <a:t>Bedürfnissen</a:t>
            </a:r>
            <a:r>
              <a:rPr lang="de-DE" sz="1600">
                <a:ea typeface="+mn-lt"/>
                <a:cs typeface="+mn-lt"/>
              </a:rPr>
              <a:t> in </a:t>
            </a:r>
            <a:r>
              <a:rPr lang="de-DE" sz="1600" b="1">
                <a:ea typeface="+mn-lt"/>
                <a:cs typeface="+mn-lt"/>
              </a:rPr>
              <a:t>umsetzbare</a:t>
            </a:r>
            <a:r>
              <a:rPr lang="de-DE" sz="1600" b="1">
                <a:ea typeface="+mn-lt"/>
                <a:cs typeface="+mn-lt"/>
              </a:rPr>
              <a:t> </a:t>
            </a:r>
            <a:r>
              <a:rPr lang="de-DE" sz="1600">
                <a:ea typeface="+mn-lt"/>
                <a:cs typeface="+mn-lt"/>
              </a:rPr>
              <a:t>IT-</a:t>
            </a:r>
            <a:r>
              <a:rPr lang="de-DE" sz="1600">
                <a:ea typeface="+mn-lt"/>
                <a:cs typeface="+mn-lt"/>
              </a:rPr>
              <a:t>Konzepte</a:t>
            </a:r>
            <a:r>
              <a:rPr lang="de-DE" sz="1600">
                <a:ea typeface="+mn-lt"/>
                <a:cs typeface="+mn-lt"/>
              </a:rPr>
              <a:t>.</a:t>
            </a:r>
            <a:endParaRPr lang="de-DE" sz="1600">
              <a:cs typeface="Arial"/>
            </a:endParaRPr>
          </a:p>
        </p:txBody>
      </p:sp>
      <p:graphicFrame>
        <p:nvGraphicFramePr>
          <p:cNvPr id="1416103401" name="Table 11"/>
          <p:cNvGraphicFramePr>
            <a:graphicFrameLocks xmlns:a="http://schemas.openxmlformats.org/drawingml/2006/main" noGrp="1"/>
          </p:cNvGraphicFramePr>
          <p:nvPr/>
        </p:nvGraphicFramePr>
        <p:xfrm rot="0">
          <a:off x="1259087" y="2923709"/>
          <a:ext cx="9874722" cy="3777891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291574"/>
                <a:gridCol w="3291574"/>
                <a:gridCol w="3291574"/>
              </a:tblGrid>
              <a:tr h="511200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de-DE"/>
                        <a:t>Schlüsselprojekte</a:t>
                      </a:r>
                      <a:endParaRPr lang="de-DE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solidFill>
                      <a:srgbClr val="364B4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/>
                        <a:t>Kompetenzen</a:t>
                      </a:r>
                      <a:endParaRPr lang="de-DE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solidFill>
                      <a:srgbClr val="364B4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/>
                        <a:t>Branchenerfahrung</a:t>
                      </a:r>
                      <a:endParaRPr lang="de-DE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solidFill>
                      <a:srgbClr val="364B42"/>
                    </a:solidFill>
                  </a:tcPr>
                </a:tc>
              </a:tr>
              <a:tr h="1396448">
                <a:tc rowSpan="3"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de-DE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Bundeskanzleramt</a:t>
                      </a:r>
                      <a:r>
                        <a:rPr lang="de-DE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: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Planung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und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Entwicklung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einer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All-in-One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Lösung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zur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Einbringung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von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Vorhaben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/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Gesetzen</a:t>
                      </a:r>
                      <a:endParaRPr lang="de-DE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  <a:defRPr/>
                      </a:pP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[2 Jahre]</a:t>
                      </a:r>
                      <a:endParaRPr lang="de-DE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  <a:defRPr/>
                      </a:pPr>
                      <a:endParaRPr lang="de-DE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de-DE" sz="1800" b="1" i="0" u="none" strike="noStrike">
                          <a:solidFill>
                            <a:srgbClr val="FFFFFF"/>
                          </a:solidFill>
                        </a:rPr>
                        <a:t>Stadtwerke Mainz: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Implementierung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automatisierter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Wasserstand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Meldesysteme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 [5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Monate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</a:rPr>
                        <a:t>]</a:t>
                      </a:r>
                      <a:endParaRPr lang="de-DE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 rowSpan="3"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de-DE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Anforderungsanalyse</a:t>
                      </a:r>
                      <a:endParaRPr lang="de-DE"/>
                    </a:p>
                    <a:p>
                      <a:pPr lvl="0">
                        <a:buNone/>
                        <a:defRPr/>
                      </a:pP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[Abbildung von Kunden-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bedürfnissen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auf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umsetzbare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IT-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Lösungen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]</a:t>
                      </a:r>
                      <a:endParaRPr lang="de-DE"/>
                    </a:p>
                    <a:p>
                      <a:pPr lvl="0">
                        <a:buNone/>
                        <a:defRPr/>
                      </a:pPr>
                      <a:endParaRPr lang="de-DE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  <a:defRPr/>
                      </a:pPr>
                      <a:r>
                        <a:rPr lang="de-DE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Prozessautomatisierung</a:t>
                      </a:r>
                      <a:endParaRPr lang="de-DE" sz="18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  <a:defRPr/>
                      </a:pP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[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Automatisierung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und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Vereinfachung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von Workflows]</a:t>
                      </a:r>
                      <a:endParaRPr lang="de-DE"/>
                    </a:p>
                    <a:p>
                      <a:pPr lvl="0">
                        <a:buNone/>
                        <a:defRPr/>
                      </a:pPr>
                      <a:endParaRPr lang="de-DE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  <a:defRPr/>
                      </a:pPr>
                      <a:endParaRPr lang="de-DE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ÖD und Verwaltung [7 Jahre]</a:t>
                      </a:r>
                      <a:endParaRPr lang="de-DE"/>
                    </a:p>
                    <a:p>
                      <a:pPr lvl="0">
                        <a:buNone/>
                        <a:defRPr/>
                      </a:pPr>
                      <a:endParaRPr lang="de-DE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  <a:defRPr/>
                      </a:pP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Wasser &amp;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Energieversorgung</a:t>
                      </a:r>
                      <a:endParaRPr lang="de-DE"/>
                    </a:p>
                    <a:p>
                      <a:pPr lvl="0">
                        <a:buNone/>
                        <a:defRPr/>
                      </a:pP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[1 Jahr]</a:t>
                      </a:r>
                      <a:endParaRPr lang="de-DE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</a:tr>
              <a:tr h="573541">
                <a:tc vMerge="1"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 vMerge="1"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de-DE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Sprachkentnisse</a:t>
                      </a:r>
                      <a:endParaRPr lang="de-D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solidFill>
                      <a:srgbClr val="364B42"/>
                    </a:solidFill>
                  </a:tcPr>
                </a:tc>
              </a:tr>
              <a:tr h="1296702">
                <a:tc vMerge="1"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 vMerge="1"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Deutsch [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Muttersprache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]</a:t>
                      </a:r>
                      <a:endParaRPr lang="de-DE"/>
                    </a:p>
                    <a:p>
                      <a:pPr lvl="0">
                        <a:buNone/>
                        <a:defRPr/>
                      </a:pP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Englisch [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Verhandlungssicher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]</a:t>
                      </a:r>
                      <a:endParaRPr lang="de-DE"/>
                    </a:p>
                    <a:p>
                      <a:pPr lvl="0">
                        <a:buNone/>
                        <a:defRPr/>
                      </a:pPr>
                      <a:endParaRPr lang="de-DE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85366755" name="TextBox 13"/>
          <p:cNvSpPr txBox="1"/>
          <p:nvPr/>
        </p:nvSpPr>
        <p:spPr bwMode="auto">
          <a:xfrm>
            <a:off x="1089743" y="341365"/>
            <a:ext cx="100702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en-US" sz="2400" b="1">
                <a:cs typeface="Arial"/>
              </a:rPr>
              <a:t>Beraterprofil</a:t>
            </a:r>
            <a:endParaRPr lang="en-US" sz="2400" b="1"/>
          </a:p>
        </p:txBody>
      </p:sp>
      <p:sp>
        <p:nvSpPr>
          <p:cNvPr id="528486408" name=""/>
          <p:cNvSpPr/>
          <p:nvPr/>
        </p:nvSpPr>
        <p:spPr bwMode="auto">
          <a:xfrm rot="0" flipH="0" flipV="0">
            <a:off x="1259086" y="803029"/>
            <a:ext cx="1710298" cy="1842837"/>
          </a:xfrm>
          <a:prstGeom prst="flowChartAlternateProcess">
            <a:avLst/>
          </a:prstGeom>
          <a:blipFill rotWithShape="1">
            <a:blip r:embed="rId4"/>
            <a:stretch/>
          </a:blipFill>
          <a:ln w="19049" cap="flat" cmpd="sng" algn="ctr">
            <a:solidFill>
              <a:srgbClr val="A1D68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679019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A42360-9AFA-87F7-B6BE-168164BB6E41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068936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842350711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9" y="125482"/>
            <a:ext cx="592288" cy="585190"/>
          </a:xfrm>
          <a:prstGeom prst="rect">
            <a:avLst/>
          </a:prstGeom>
        </p:spPr>
      </p:pic>
      <p:sp>
        <p:nvSpPr>
          <p:cNvPr id="2086079020" name="Oval 27"/>
          <p:cNvSpPr/>
          <p:nvPr/>
        </p:nvSpPr>
        <p:spPr bwMode="auto">
          <a:xfrm>
            <a:off x="3900904" y="2566220"/>
            <a:ext cx="4569045" cy="1733086"/>
          </a:xfrm>
          <a:prstGeom prst="ellipse">
            <a:avLst/>
          </a:prstGeom>
          <a:noFill/>
          <a:ln w="57150"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>
                <a:cs typeface="Arial"/>
              </a:rPr>
              <a:t>Angebot</a:t>
            </a:r>
            <a:endParaRPr lang="en-US" sz="2800">
              <a:cs typeface="Arial"/>
            </a:endParaRPr>
          </a:p>
        </p:txBody>
      </p:sp>
      <p:sp>
        <p:nvSpPr>
          <p:cNvPr id="154951898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31FD780-139D-5CC1-3A26-005E8FA55BA2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075868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140303224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9" y="125482"/>
            <a:ext cx="592288" cy="585190"/>
          </a:xfrm>
          <a:prstGeom prst="rect">
            <a:avLst/>
          </a:prstGeom>
        </p:spPr>
      </p:pic>
      <p:sp>
        <p:nvSpPr>
          <p:cNvPr id="1844677211" name="TextBox 4"/>
          <p:cNvSpPr txBox="1"/>
          <p:nvPr/>
        </p:nvSpPr>
        <p:spPr bwMode="auto">
          <a:xfrm>
            <a:off x="1089742" y="341364"/>
            <a:ext cx="10082520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400" b="1">
                <a:cs typeface="Arial"/>
              </a:rPr>
              <a:t>D</a:t>
            </a:r>
            <a:r>
              <a:rPr lang="de-DE" sz="2400" b="1">
                <a:cs typeface="Arial"/>
              </a:rPr>
              <a:t>as kann die</a:t>
            </a:r>
            <a:r>
              <a:rPr lang="en-US" sz="2400" b="1">
                <a:cs typeface="Arial"/>
              </a:rPr>
              <a:t> </a:t>
            </a:r>
            <a:r>
              <a:rPr lang="en-US" sz="2400" b="1">
                <a:cs typeface="Arial"/>
              </a:rPr>
              <a:t>vorhandene</a:t>
            </a:r>
            <a:r>
              <a:rPr lang="en-US" sz="2400" b="1">
                <a:cs typeface="Arial"/>
              </a:rPr>
              <a:t> </a:t>
            </a:r>
            <a:r>
              <a:rPr lang="en-US" sz="2400" b="1">
                <a:cs typeface="Arial"/>
              </a:rPr>
              <a:t>Parkverwaltungssoftware</a:t>
            </a:r>
            <a:endParaRPr lang="en-US"/>
          </a:p>
        </p:txBody>
      </p:sp>
      <p:sp>
        <p:nvSpPr>
          <p:cNvPr id="2016370314" name="TextBox 159"/>
          <p:cNvSpPr txBox="1"/>
          <p:nvPr/>
        </p:nvSpPr>
        <p:spPr bwMode="auto">
          <a:xfrm>
            <a:off x="1089742" y="802406"/>
            <a:ext cx="10070281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91CCCA"/>
                </a:solidFill>
                <a:ea typeface="+mn-lt"/>
                <a:cs typeface="+mn-lt"/>
              </a:rPr>
              <a:t>Projektübersicht</a:t>
            </a:r>
            <a:endParaRPr lang="en-US"/>
          </a:p>
        </p:txBody>
      </p:sp>
      <p:sp>
        <p:nvSpPr>
          <p:cNvPr id="398481282" name="TextBox 19"/>
          <p:cNvSpPr txBox="1"/>
          <p:nvPr/>
        </p:nvSpPr>
        <p:spPr bwMode="auto">
          <a:xfrm>
            <a:off x="2465291" y="2097099"/>
            <a:ext cx="8301993" cy="42065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/>
              <a:t>Parkverwaltungssoftware</a:t>
            </a:r>
            <a:r>
              <a:rPr lang="en-US"/>
              <a:t> der Stadtwerke Konstanz </a:t>
            </a:r>
            <a:r>
              <a:rPr lang="en-US"/>
              <a:t>verwalten</a:t>
            </a:r>
            <a:r>
              <a:rPr lang="en-US"/>
              <a:t> </a:t>
            </a:r>
            <a:r>
              <a:rPr lang="en-US"/>
              <a:t>über</a:t>
            </a:r>
            <a:r>
              <a:rPr lang="en-US"/>
              <a:t> 2.500 </a:t>
            </a:r>
            <a:r>
              <a:rPr lang="en-US"/>
              <a:t>Stellplätze</a:t>
            </a:r>
            <a:r>
              <a:rPr lang="en-US"/>
              <a:t> </a:t>
            </a:r>
            <a:r>
              <a:rPr lang="en-US"/>
              <a:t>über</a:t>
            </a:r>
            <a:r>
              <a:rPr lang="en-US"/>
              <a:t> </a:t>
            </a:r>
            <a:r>
              <a:rPr lang="en-US"/>
              <a:t>eine</a:t>
            </a:r>
            <a:r>
              <a:rPr lang="en-US"/>
              <a:t> </a:t>
            </a:r>
            <a:r>
              <a:rPr lang="en-US"/>
              <a:t>zentrale</a:t>
            </a:r>
            <a:r>
              <a:rPr lang="en-US"/>
              <a:t> On-Premise-Software auf </a:t>
            </a:r>
            <a:r>
              <a:rPr lang="en-US"/>
              <a:t>eigenen</a:t>
            </a:r>
            <a:r>
              <a:rPr lang="en-US"/>
              <a:t> </a:t>
            </a:r>
            <a:r>
              <a:rPr lang="en-US"/>
              <a:t>Servern</a:t>
            </a:r>
            <a:r>
              <a:rPr lang="de-DE"/>
              <a:t>.</a:t>
            </a:r>
            <a:endParaRPr lang="en-US"/>
          </a:p>
          <a:p>
            <a:pPr>
              <a:defRPr/>
            </a:pPr>
            <a:endParaRPr lang="en-US">
              <a:cs typeface="Arial"/>
            </a:endParaRPr>
          </a:p>
          <a:p>
            <a:pPr>
              <a:defRPr/>
            </a:pPr>
            <a:endParaRPr lang="en-US">
              <a:cs typeface="Arial"/>
            </a:endParaRPr>
          </a:p>
          <a:p>
            <a:pPr>
              <a:defRPr/>
            </a:pPr>
            <a:r>
              <a:rPr lang="en-US">
                <a:cs typeface="Arial"/>
              </a:rPr>
              <a:t>Verantwortlichkeiten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dieser</a:t>
            </a:r>
            <a:r>
              <a:rPr lang="en-US">
                <a:cs typeface="Arial"/>
              </a:rPr>
              <a:t> Software </a:t>
            </a:r>
            <a:r>
              <a:rPr lang="en-US">
                <a:cs typeface="Arial"/>
              </a:rPr>
              <a:t>beinhalten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unter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anderem</a:t>
            </a:r>
            <a:r>
              <a:rPr lang="en-US">
                <a:cs typeface="Arial"/>
              </a:rPr>
              <a:t>:</a:t>
            </a:r>
            <a:endParaRPr lang="en-US"/>
          </a:p>
          <a:p>
            <a:pPr>
              <a:defRPr/>
            </a:pPr>
            <a:endParaRPr lang="en-US"/>
          </a:p>
          <a:p>
            <a:pPr marL="285750" indent="-285750">
              <a:lnSpc>
                <a:spcPct val="300000"/>
              </a:lnSpc>
              <a:buFont typeface="Arial"/>
              <a:buChar char="•"/>
              <a:defRPr/>
            </a:pPr>
            <a:r>
              <a:rPr lang="en-US">
                <a:cs typeface="Arial"/>
              </a:rPr>
              <a:t>Bewohnerparkausweise</a:t>
            </a:r>
            <a:endParaRPr/>
          </a:p>
          <a:p>
            <a:pPr marL="285750" indent="-285750">
              <a:lnSpc>
                <a:spcPct val="300000"/>
              </a:lnSpc>
              <a:buFont typeface="Arial"/>
              <a:buChar char="•"/>
              <a:defRPr/>
            </a:pPr>
            <a:r>
              <a:rPr lang="de-DE">
                <a:cs typeface="Arial"/>
              </a:rPr>
              <a:t>Park</a:t>
            </a:r>
            <a:r>
              <a:rPr lang="de-DE">
                <a:cs typeface="Arial"/>
              </a:rPr>
              <a:t>t</a:t>
            </a:r>
            <a:r>
              <a:rPr lang="en-US">
                <a:cs typeface="Arial"/>
              </a:rPr>
              <a:t>icket </a:t>
            </a:r>
            <a:r>
              <a:rPr lang="en-US">
                <a:cs typeface="Arial"/>
              </a:rPr>
              <a:t>Ausstellung</a:t>
            </a:r>
            <a:endParaRPr/>
          </a:p>
          <a:p>
            <a:pPr marL="285750" indent="-285750">
              <a:lnSpc>
                <a:spcPct val="300000"/>
              </a:lnSpc>
              <a:buFont typeface="Arial"/>
              <a:buChar char="•"/>
              <a:defRPr/>
            </a:pPr>
            <a:r>
              <a:rPr lang="en-US">
                <a:cs typeface="Arial"/>
              </a:rPr>
              <a:t>Bezahlvoränge</a:t>
            </a:r>
            <a:endParaRPr/>
          </a:p>
        </p:txBody>
      </p:sp>
      <p:pic>
        <p:nvPicPr>
          <p:cNvPr id="135433427" name="Graphic 20" descr="Car with solid fill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220480" y="2004893"/>
            <a:ext cx="914400" cy="914400"/>
          </a:xfrm>
          <a:prstGeom prst="rect">
            <a:avLst/>
          </a:prstGeom>
        </p:spPr>
      </p:pic>
      <p:pic>
        <p:nvPicPr>
          <p:cNvPr id="1262413132" name="Graphic 22" descr="Employee badge with solid fill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1180140" y="3429000"/>
            <a:ext cx="914400" cy="914400"/>
          </a:xfrm>
          <a:prstGeom prst="rect">
            <a:avLst/>
          </a:prstGeom>
        </p:spPr>
      </p:pic>
      <p:pic>
        <p:nvPicPr>
          <p:cNvPr id="376559281" name="Graphic 23"/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 bwMode="auto">
          <a:xfrm>
            <a:off x="1180140" y="5345975"/>
            <a:ext cx="906717" cy="893911"/>
          </a:xfrm>
          <a:prstGeom prst="rect">
            <a:avLst/>
          </a:prstGeom>
        </p:spPr>
      </p:pic>
      <p:pic>
        <p:nvPicPr>
          <p:cNvPr id="396631794" name="Graphic 21"/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 bwMode="auto">
          <a:xfrm>
            <a:off x="1180140" y="4409341"/>
            <a:ext cx="874700" cy="823473"/>
          </a:xfrm>
          <a:prstGeom prst="rect">
            <a:avLst/>
          </a:prstGeom>
        </p:spPr>
      </p:pic>
      <p:sp>
        <p:nvSpPr>
          <p:cNvPr id="3600751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F691D0-CA93-C3A9-7B06-FC8C54C8D4CA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187549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813513948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9" y="125482"/>
            <a:ext cx="592288" cy="585190"/>
          </a:xfrm>
          <a:prstGeom prst="rect">
            <a:avLst/>
          </a:prstGeom>
        </p:spPr>
      </p:pic>
      <p:sp>
        <p:nvSpPr>
          <p:cNvPr id="1622389233" name="TextBox 4"/>
          <p:cNvSpPr txBox="1"/>
          <p:nvPr/>
        </p:nvSpPr>
        <p:spPr bwMode="auto">
          <a:xfrm>
            <a:off x="1089743" y="341365"/>
            <a:ext cx="100702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FFFFFF"/>
                </a:solidFill>
                <a:cs typeface="Arial"/>
              </a:rPr>
              <a:t>Die 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Parkverwaltungssoftware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 hat 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einige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 qualitative 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Probleme</a:t>
            </a:r>
            <a:endParaRPr lang="en-US"/>
          </a:p>
        </p:txBody>
      </p:sp>
      <p:graphicFrame>
        <p:nvGraphicFramePr>
          <p:cNvPr id="1798035383" name="Diagramm 7"/>
          <p:cNvGraphicFramePr>
            <a:graphicFrameLocks xmlns:a="http://schemas.openxmlformats.org/drawingml/2006/main"/>
          </p:cNvGraphicFramePr>
          <p:nvPr/>
        </p:nvGraphicFramePr>
        <p:xfrm rot="0">
          <a:off x="1195507" y="2135651"/>
          <a:ext cx="9865019" cy="3703776"/>
          <a:chOff x="0" y="0"/>
          <a:chExt cx="9865019" cy="3703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840477327" name="TextBox 159"/>
          <p:cNvSpPr txBox="1"/>
          <p:nvPr/>
        </p:nvSpPr>
        <p:spPr bwMode="auto">
          <a:xfrm>
            <a:off x="1089742" y="802406"/>
            <a:ext cx="10070281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91CCCA"/>
                </a:solidFill>
                <a:cs typeface="Arial"/>
              </a:rPr>
              <a:t>Problemlandschaft</a:t>
            </a:r>
            <a:endParaRPr lang="en-US"/>
          </a:p>
        </p:txBody>
      </p:sp>
      <p:sp>
        <p:nvSpPr>
          <p:cNvPr id="12870884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57C687-C8F2-F6D8-BCCD-1B22632D5082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33774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84626065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9" y="125482"/>
            <a:ext cx="592288" cy="585190"/>
          </a:xfrm>
          <a:prstGeom prst="rect">
            <a:avLst/>
          </a:prstGeom>
        </p:spPr>
      </p:pic>
      <p:sp>
        <p:nvSpPr>
          <p:cNvPr id="2061115706" name="TextBox 4"/>
          <p:cNvSpPr txBox="1"/>
          <p:nvPr/>
        </p:nvSpPr>
        <p:spPr bwMode="auto">
          <a:xfrm>
            <a:off x="1089743" y="341365"/>
            <a:ext cx="100702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FFFFFF"/>
                </a:solidFill>
                <a:cs typeface="Arial"/>
              </a:rPr>
              <a:t>Wir 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erarbeiten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 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mit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 Ihnen 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eine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 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zukunftsfähige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 </a:t>
            </a:r>
            <a:r>
              <a:rPr lang="en-US" sz="2400" b="1">
                <a:solidFill>
                  <a:srgbClr val="FFFFFF"/>
                </a:solidFill>
                <a:cs typeface="Arial"/>
              </a:rPr>
              <a:t>Lösung</a:t>
            </a:r>
            <a:endParaRPr lang="en-US"/>
          </a:p>
        </p:txBody>
      </p:sp>
      <p:sp>
        <p:nvSpPr>
          <p:cNvPr id="1699780136" name="TextBox 159"/>
          <p:cNvSpPr txBox="1"/>
          <p:nvPr/>
        </p:nvSpPr>
        <p:spPr bwMode="auto">
          <a:xfrm>
            <a:off x="1089742" y="802406"/>
            <a:ext cx="10070281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91CCCA"/>
                </a:solidFill>
                <a:cs typeface="Arial"/>
              </a:rPr>
              <a:t>Deliverables</a:t>
            </a:r>
            <a:endParaRPr lang="en-US"/>
          </a:p>
        </p:txBody>
      </p:sp>
      <p:pic>
        <p:nvPicPr>
          <p:cNvPr id="189264598" name="Graphic 29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150683" y="4246708"/>
            <a:ext cx="1105222" cy="1175658"/>
          </a:xfrm>
          <a:prstGeom prst="rect">
            <a:avLst/>
          </a:prstGeom>
        </p:spPr>
      </p:pic>
      <p:pic>
        <p:nvPicPr>
          <p:cNvPr id="1414298330" name="Graphic 30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1086649" y="1352387"/>
            <a:ext cx="1284515" cy="1220482"/>
          </a:xfrm>
          <a:prstGeom prst="rect">
            <a:avLst/>
          </a:prstGeom>
        </p:spPr>
      </p:pic>
      <p:pic>
        <p:nvPicPr>
          <p:cNvPr id="1599219330" name="Graphic 41"/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 bwMode="auto">
          <a:xfrm>
            <a:off x="1035425" y="2793145"/>
            <a:ext cx="1329338" cy="1252499"/>
          </a:xfrm>
          <a:prstGeom prst="rect">
            <a:avLst/>
          </a:prstGeom>
        </p:spPr>
      </p:pic>
      <p:sp>
        <p:nvSpPr>
          <p:cNvPr id="1491836827" name="TextBox 51"/>
          <p:cNvSpPr txBox="1"/>
          <p:nvPr/>
        </p:nvSpPr>
        <p:spPr bwMode="auto">
          <a:xfrm>
            <a:off x="2465292" y="1712898"/>
            <a:ext cx="8300193" cy="33836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rgbClr val="91CCCA"/>
                </a:solidFill>
              </a:rPr>
              <a:t>Definition </a:t>
            </a:r>
            <a:r>
              <a:rPr lang="de-DE">
                <a:solidFill>
                  <a:srgbClr val="91CCCA"/>
                </a:solidFill>
              </a:rPr>
              <a:t>N</a:t>
            </a:r>
            <a:r>
              <a:rPr lang="en-US">
                <a:solidFill>
                  <a:srgbClr val="91CCCA"/>
                </a:solidFill>
              </a:rPr>
              <a:t>icht-</a:t>
            </a:r>
            <a:r>
              <a:rPr lang="de-DE">
                <a:solidFill>
                  <a:srgbClr val="91CCCA"/>
                </a:solidFill>
              </a:rPr>
              <a:t>F</a:t>
            </a:r>
            <a:r>
              <a:rPr lang="en-US">
                <a:solidFill>
                  <a:srgbClr val="91CCCA"/>
                </a:solidFill>
              </a:rPr>
              <a:t>unktionaler</a:t>
            </a:r>
            <a:r>
              <a:rPr lang="en-US">
                <a:solidFill>
                  <a:srgbClr val="91CCCA"/>
                </a:solidFill>
              </a:rPr>
              <a:t> </a:t>
            </a:r>
            <a:r>
              <a:rPr lang="en-US">
                <a:solidFill>
                  <a:srgbClr val="91CCCA"/>
                </a:solidFill>
              </a:rPr>
              <a:t>Anforderungen</a:t>
            </a:r>
            <a:r>
              <a:rPr lang="en-US">
                <a:solidFill>
                  <a:srgbClr val="91CCCA"/>
                </a:solidFill>
              </a:rPr>
              <a:t>: </a:t>
            </a:r>
            <a:r>
              <a:rPr lang="en-US"/>
              <a:t>Um </a:t>
            </a:r>
            <a:r>
              <a:rPr lang="en-US"/>
              <a:t>eine</a:t>
            </a:r>
            <a:r>
              <a:rPr lang="en-US"/>
              <a:t> </a:t>
            </a:r>
            <a:r>
              <a:rPr lang="en-US"/>
              <a:t>Lösung</a:t>
            </a:r>
            <a:r>
              <a:rPr lang="en-US"/>
              <a:t> </a:t>
            </a:r>
            <a:r>
              <a:rPr lang="en-US"/>
              <a:t>zu</a:t>
            </a:r>
            <a:r>
              <a:rPr lang="en-US"/>
              <a:t> </a:t>
            </a:r>
            <a:r>
              <a:rPr lang="en-US"/>
              <a:t>schaffen</a:t>
            </a:r>
            <a:r>
              <a:rPr lang="en-US"/>
              <a:t> die nicht </a:t>
            </a:r>
            <a:r>
              <a:rPr lang="en-US"/>
              <a:t>nur</a:t>
            </a:r>
            <a:r>
              <a:rPr lang="en-US"/>
              <a:t> </a:t>
            </a:r>
            <a:r>
              <a:rPr lang="en-US"/>
              <a:t>funktioniert</a:t>
            </a:r>
            <a:r>
              <a:rPr lang="en-US"/>
              <a:t> </a:t>
            </a:r>
            <a:r>
              <a:rPr lang="en-US"/>
              <a:t>sondern</a:t>
            </a:r>
            <a:r>
              <a:rPr lang="en-US"/>
              <a:t> </a:t>
            </a:r>
            <a:r>
              <a:rPr lang="en-US"/>
              <a:t>auch</a:t>
            </a:r>
            <a:r>
              <a:rPr lang="en-US"/>
              <a:t> </a:t>
            </a:r>
            <a:r>
              <a:rPr lang="en-US"/>
              <a:t>langfristig</a:t>
            </a:r>
            <a:r>
              <a:rPr lang="en-US"/>
              <a:t> </a:t>
            </a:r>
            <a:r>
              <a:rPr lang="en-US"/>
              <a:t>qualitiv</a:t>
            </a:r>
            <a:r>
              <a:rPr lang="en-US"/>
              <a:t> </a:t>
            </a:r>
            <a:r>
              <a:rPr lang="en-US"/>
              <a:t>überzeugt</a:t>
            </a:r>
            <a:r>
              <a:rPr lang="en-US"/>
              <a:t>.</a:t>
            </a:r>
            <a:endParaRPr lang="en-US">
              <a:cs typeface="Arial"/>
            </a:endParaRPr>
          </a:p>
          <a:p>
            <a:pPr>
              <a:defRPr/>
            </a:pPr>
            <a:endParaRPr lang="en-US">
              <a:cs typeface="Arial"/>
            </a:endParaRPr>
          </a:p>
          <a:p>
            <a:pPr>
              <a:defRPr/>
            </a:pPr>
            <a:endParaRPr lang="en-US">
              <a:solidFill>
                <a:srgbClr val="FFFFFF"/>
              </a:solidFill>
              <a:cs typeface="Arial"/>
            </a:endParaRPr>
          </a:p>
          <a:p>
            <a:pPr>
              <a:defRPr/>
            </a:pPr>
            <a:endParaRPr lang="en-US">
              <a:solidFill>
                <a:srgbClr val="FFFFFF"/>
              </a:solidFill>
              <a:cs typeface="Arial"/>
            </a:endParaRPr>
          </a:p>
          <a:p>
            <a:pPr>
              <a:defRPr/>
            </a:pPr>
            <a:r>
              <a:rPr lang="en-US">
                <a:solidFill>
                  <a:srgbClr val="91CCCA"/>
                </a:solidFill>
                <a:cs typeface="Arial"/>
              </a:rPr>
              <a:t>Auswahl</a:t>
            </a:r>
            <a:r>
              <a:rPr lang="en-US">
                <a:solidFill>
                  <a:srgbClr val="91CCCA"/>
                </a:solidFill>
                <a:cs typeface="Arial"/>
              </a:rPr>
              <a:t> der </a:t>
            </a:r>
            <a:r>
              <a:rPr lang="en-US">
                <a:solidFill>
                  <a:srgbClr val="91CCCA"/>
                </a:solidFill>
                <a:cs typeface="Arial"/>
              </a:rPr>
              <a:t>Technologien</a:t>
            </a:r>
            <a:r>
              <a:rPr lang="en-US">
                <a:solidFill>
                  <a:srgbClr val="91CCCA"/>
                </a:solidFill>
                <a:cs typeface="Arial"/>
              </a:rPr>
              <a:t> und </a:t>
            </a:r>
            <a:r>
              <a:rPr lang="en-US">
                <a:solidFill>
                  <a:srgbClr val="91CCCA"/>
                </a:solidFill>
                <a:cs typeface="Arial"/>
              </a:rPr>
              <a:t>Infrastruktur</a:t>
            </a:r>
            <a:r>
              <a:rPr lang="en-US">
                <a:solidFill>
                  <a:srgbClr val="91CCCA"/>
                </a:solidFill>
                <a:cs typeface="Arial"/>
              </a:rPr>
              <a:t>:</a:t>
            </a:r>
            <a:r>
              <a:rPr lang="en-US">
                <a:cs typeface="Arial"/>
              </a:rPr>
              <a:t> Um </a:t>
            </a:r>
            <a:r>
              <a:rPr lang="en-US">
                <a:cs typeface="Arial"/>
              </a:rPr>
              <a:t>vorhandenes</a:t>
            </a:r>
            <a:r>
              <a:rPr lang="en-US">
                <a:cs typeface="Arial"/>
              </a:rPr>
              <a:t> Know-How </a:t>
            </a:r>
            <a:r>
              <a:rPr lang="en-US">
                <a:cs typeface="Arial"/>
              </a:rPr>
              <a:t>zu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nutzen</a:t>
            </a:r>
            <a:r>
              <a:rPr lang="en-US">
                <a:cs typeface="Arial"/>
              </a:rPr>
              <a:t> und </a:t>
            </a:r>
            <a:r>
              <a:rPr lang="en-US">
                <a:cs typeface="Arial"/>
              </a:rPr>
              <a:t>langfristig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operativ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zu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bleiben</a:t>
            </a:r>
            <a:r>
              <a:rPr lang="en-US">
                <a:cs typeface="Arial"/>
              </a:rPr>
              <a:t>.</a:t>
            </a:r>
            <a:endParaRPr/>
          </a:p>
          <a:p>
            <a:pPr>
              <a:defRPr/>
            </a:pPr>
            <a:endParaRPr lang="en-US">
              <a:cs typeface="Arial"/>
            </a:endParaRPr>
          </a:p>
          <a:p>
            <a:pPr>
              <a:defRPr/>
            </a:pPr>
            <a:endParaRPr lang="en-US">
              <a:solidFill>
                <a:srgbClr val="FFFFFF"/>
              </a:solidFill>
              <a:cs typeface="Arial"/>
            </a:endParaRPr>
          </a:p>
          <a:p>
            <a:pPr>
              <a:defRPr/>
            </a:pPr>
            <a:endParaRPr lang="en-US">
              <a:solidFill>
                <a:srgbClr val="FFFFFF"/>
              </a:solidFill>
              <a:cs typeface="Arial"/>
            </a:endParaRPr>
          </a:p>
          <a:p>
            <a:pPr>
              <a:defRPr/>
            </a:pPr>
            <a:r>
              <a:rPr lang="en-US">
                <a:solidFill>
                  <a:srgbClr val="91CCCA"/>
                </a:solidFill>
                <a:cs typeface="Arial"/>
              </a:rPr>
              <a:t>Erstellung</a:t>
            </a:r>
            <a:r>
              <a:rPr lang="en-US">
                <a:solidFill>
                  <a:srgbClr val="91CCCA"/>
                </a:solidFill>
                <a:cs typeface="Arial"/>
              </a:rPr>
              <a:t> </a:t>
            </a:r>
            <a:r>
              <a:rPr lang="en-US">
                <a:solidFill>
                  <a:srgbClr val="91CCCA"/>
                </a:solidFill>
                <a:cs typeface="Arial"/>
              </a:rPr>
              <a:t>einer</a:t>
            </a:r>
            <a:r>
              <a:rPr lang="en-US">
                <a:solidFill>
                  <a:srgbClr val="91CCCA"/>
                </a:solidFill>
                <a:cs typeface="Arial"/>
              </a:rPr>
              <a:t> Roadmap </a:t>
            </a:r>
            <a:r>
              <a:rPr lang="en-US">
                <a:solidFill>
                  <a:srgbClr val="91CCCA"/>
                </a:solidFill>
                <a:cs typeface="Arial"/>
              </a:rPr>
              <a:t>zur</a:t>
            </a:r>
            <a:r>
              <a:rPr lang="en-US">
                <a:solidFill>
                  <a:srgbClr val="91CCCA"/>
                </a:solidFill>
                <a:cs typeface="Arial"/>
              </a:rPr>
              <a:t> </a:t>
            </a:r>
            <a:r>
              <a:rPr lang="en-US">
                <a:solidFill>
                  <a:srgbClr val="91CCCA"/>
                </a:solidFill>
                <a:cs typeface="Arial"/>
              </a:rPr>
              <a:t>Umsetzung</a:t>
            </a:r>
            <a:r>
              <a:rPr lang="en-US">
                <a:solidFill>
                  <a:srgbClr val="91CCCA"/>
                </a:solidFill>
                <a:cs typeface="Arial"/>
              </a:rPr>
              <a:t>:</a:t>
            </a:r>
            <a:r>
              <a:rPr lang="en-US">
                <a:cs typeface="Arial"/>
              </a:rPr>
              <a:t> Um </a:t>
            </a:r>
            <a:r>
              <a:rPr lang="en-US">
                <a:cs typeface="Arial"/>
              </a:rPr>
              <a:t>notwendige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Schritte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festzuhalten</a:t>
            </a:r>
            <a:r>
              <a:rPr lang="en-US">
                <a:cs typeface="Arial"/>
              </a:rPr>
              <a:t>, </a:t>
            </a:r>
            <a:r>
              <a:rPr lang="en-US">
                <a:cs typeface="Arial"/>
              </a:rPr>
              <a:t>sowie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Planbarkeit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zu</a:t>
            </a:r>
            <a:r>
              <a:rPr lang="en-US">
                <a:cs typeface="Arial"/>
              </a:rPr>
              <a:t> </a:t>
            </a:r>
            <a:r>
              <a:rPr lang="en-US">
                <a:cs typeface="Arial"/>
              </a:rPr>
              <a:t>gewährleisten</a:t>
            </a:r>
            <a:r>
              <a:rPr lang="en-US">
                <a:cs typeface="Arial"/>
              </a:rPr>
              <a:t>.</a:t>
            </a:r>
            <a:endParaRPr/>
          </a:p>
        </p:txBody>
      </p:sp>
      <p:sp>
        <p:nvSpPr>
          <p:cNvPr id="11565533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9538056-E7EF-1F02-00D0-6C8B7A17A34C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572461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15467962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9" y="125482"/>
            <a:ext cx="592288" cy="585190"/>
          </a:xfrm>
          <a:prstGeom prst="rect">
            <a:avLst/>
          </a:prstGeom>
        </p:spPr>
      </p:pic>
      <p:sp>
        <p:nvSpPr>
          <p:cNvPr id="939325048" name="TextBox 4"/>
          <p:cNvSpPr txBox="1"/>
          <p:nvPr/>
        </p:nvSpPr>
        <p:spPr bwMode="auto">
          <a:xfrm>
            <a:off x="1089743" y="341365"/>
            <a:ext cx="100702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400" b="1">
                <a:cs typeface="Arial"/>
              </a:rPr>
              <a:t>Zeitlicher</a:t>
            </a:r>
            <a:r>
              <a:rPr lang="en-US" sz="2400" b="1">
                <a:cs typeface="Arial"/>
              </a:rPr>
              <a:t> </a:t>
            </a:r>
            <a:r>
              <a:rPr lang="en-US" sz="2400" b="1">
                <a:cs typeface="Arial"/>
              </a:rPr>
              <a:t>Ablauf</a:t>
            </a:r>
            <a:r>
              <a:rPr lang="en-US" sz="2400" b="1">
                <a:cs typeface="Arial"/>
              </a:rPr>
              <a:t> </a:t>
            </a:r>
            <a:r>
              <a:rPr lang="en-US" sz="2400" b="1">
                <a:cs typeface="Arial"/>
              </a:rPr>
              <a:t>unserer</a:t>
            </a:r>
            <a:r>
              <a:rPr lang="en-US" sz="2400" b="1">
                <a:cs typeface="Arial"/>
              </a:rPr>
              <a:t> </a:t>
            </a:r>
            <a:r>
              <a:rPr lang="en-US" sz="2400" b="1">
                <a:cs typeface="Arial"/>
              </a:rPr>
              <a:t>Beartungstätigkeiten</a:t>
            </a:r>
            <a:endParaRPr lang="en-US"/>
          </a:p>
        </p:txBody>
      </p:sp>
      <p:sp>
        <p:nvSpPr>
          <p:cNvPr id="1833944100" name="TextBox 159"/>
          <p:cNvSpPr txBox="1"/>
          <p:nvPr/>
        </p:nvSpPr>
        <p:spPr bwMode="auto">
          <a:xfrm>
            <a:off x="1089742" y="802406"/>
            <a:ext cx="10070281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91CCCA"/>
                </a:solidFill>
                <a:cs typeface="Arial"/>
              </a:rPr>
              <a:t>Roadmap</a:t>
            </a:r>
            <a:endParaRPr/>
          </a:p>
        </p:txBody>
      </p:sp>
      <p:graphicFrame>
        <p:nvGraphicFramePr>
          <p:cNvPr id="706706553" name="Diagram 25"/>
          <p:cNvGraphicFramePr>
            <a:graphicFrameLocks xmlns:a="http://schemas.openxmlformats.org/drawingml/2006/main"/>
          </p:cNvGraphicFramePr>
          <p:nvPr/>
        </p:nvGraphicFramePr>
        <p:xfrm rot="0">
          <a:off x="2116667" y="1082792"/>
          <a:ext cx="7318962" cy="4889970"/>
          <a:chOff x="0" y="0"/>
          <a:chExt cx="7318962" cy="4889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47995383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B674218-CC46-8F85-91CC-842A1FA38334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222857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109090209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9" y="125482"/>
            <a:ext cx="592288" cy="585190"/>
          </a:xfrm>
          <a:prstGeom prst="rect">
            <a:avLst/>
          </a:prstGeom>
        </p:spPr>
      </p:pic>
      <p:sp>
        <p:nvSpPr>
          <p:cNvPr id="496094148" name="TextBox 4"/>
          <p:cNvSpPr txBox="1"/>
          <p:nvPr/>
        </p:nvSpPr>
        <p:spPr bwMode="auto">
          <a:xfrm>
            <a:off x="1089742" y="341364"/>
            <a:ext cx="10077840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400" b="1">
                <a:cs typeface="Arial"/>
              </a:rPr>
              <a:t>3 </a:t>
            </a:r>
            <a:r>
              <a:rPr lang="en-US" sz="2400" b="1">
                <a:cs typeface="Arial"/>
              </a:rPr>
              <a:t>Consultans</a:t>
            </a:r>
            <a:r>
              <a:rPr lang="en-US" sz="2400" b="1">
                <a:cs typeface="Arial"/>
              </a:rPr>
              <a:t> </a:t>
            </a:r>
            <a:r>
              <a:rPr lang="de-DE" sz="2400" b="1">
                <a:cs typeface="Arial"/>
              </a:rPr>
              <a:t>stehen Ihnen </a:t>
            </a:r>
            <a:r>
              <a:rPr lang="en-US" sz="2400" b="1">
                <a:cs typeface="Arial"/>
              </a:rPr>
              <a:t>zur</a:t>
            </a:r>
            <a:r>
              <a:rPr lang="en-US" sz="2400" b="1">
                <a:cs typeface="Arial"/>
              </a:rPr>
              <a:t> </a:t>
            </a:r>
            <a:r>
              <a:rPr lang="en-US" sz="2400" b="1">
                <a:cs typeface="Arial"/>
              </a:rPr>
              <a:t>Seite</a:t>
            </a:r>
            <a:endParaRPr lang="en-US"/>
          </a:p>
        </p:txBody>
      </p:sp>
      <p:sp>
        <p:nvSpPr>
          <p:cNvPr id="108811969" name="TextBox 159"/>
          <p:cNvSpPr txBox="1"/>
          <p:nvPr/>
        </p:nvSpPr>
        <p:spPr bwMode="auto">
          <a:xfrm>
            <a:off x="1089742" y="802406"/>
            <a:ext cx="10070281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91CCCA"/>
                </a:solidFill>
                <a:cs typeface="Arial"/>
              </a:rPr>
              <a:t>Projektteam</a:t>
            </a:r>
            <a:endParaRPr/>
          </a:p>
        </p:txBody>
      </p:sp>
      <p:pic>
        <p:nvPicPr>
          <p:cNvPr id="148521234" name="Picture 22" descr="A person in a suit and tie&#10;&#10;AI-generated content may be incorrect."/>
          <p:cNvPicPr>
            <a:picLocks noChangeAspect="1"/>
          </p:cNvPicPr>
          <p:nvPr/>
        </p:nvPicPr>
        <p:blipFill rotWithShape="1">
          <a:blip r:embed="rId4"/>
          <a:srcRect l="0" t="0" r="221" b="24462"/>
          <a:stretch/>
        </p:blipFill>
        <p:spPr bwMode="auto">
          <a:xfrm>
            <a:off x="5210506" y="2507763"/>
            <a:ext cx="1959421" cy="1946789"/>
          </a:xfrm>
          <a:prstGeom prst="rect">
            <a:avLst/>
          </a:prstGeom>
        </p:spPr>
      </p:pic>
      <p:pic>
        <p:nvPicPr>
          <p:cNvPr id="514946476" name="Picture 23" descr="A person in a suit and tie&#10;&#10;AI-generated content may be incorrect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975778" y="2509649"/>
            <a:ext cx="1778441" cy="1950928"/>
          </a:xfrm>
          <a:prstGeom prst="rect">
            <a:avLst/>
          </a:prstGeom>
        </p:spPr>
      </p:pic>
      <p:pic>
        <p:nvPicPr>
          <p:cNvPr id="1090578015" name="Picture 24" descr="A person in a suit and tie&#10;&#10;AI-generated content may be incorrect.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618757" y="2505877"/>
            <a:ext cx="1948287" cy="1944326"/>
          </a:xfrm>
          <a:prstGeom prst="rect">
            <a:avLst/>
          </a:prstGeom>
        </p:spPr>
      </p:pic>
      <p:graphicFrame>
        <p:nvGraphicFramePr>
          <p:cNvPr id="1019974618" name="Table 35"/>
          <p:cNvGraphicFramePr>
            <a:graphicFrameLocks xmlns:a="http://schemas.openxmlformats.org/drawingml/2006/main" noGrp="1"/>
          </p:cNvGraphicFramePr>
          <p:nvPr/>
        </p:nvGraphicFramePr>
        <p:xfrm rot="0">
          <a:off x="1252395" y="1599445"/>
          <a:ext cx="9874719" cy="455831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291572"/>
                <a:gridCol w="3291572"/>
                <a:gridCol w="3291572"/>
              </a:tblGrid>
              <a:tr h="452673"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/>
                        <a:t>Erik Manz</a:t>
                      </a:r>
                      <a:endParaRPr lang="en-US"/>
                    </a:p>
                  </a:txBody>
                  <a:tcPr>
                    <a:lnL w="12700" algn="ctr">
                      <a:solidFill>
                        <a:schemeClr val="accent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accent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accent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accent1">
                          <a:lumMod val="75000"/>
                        </a:schemeClr>
                      </a:solidFill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/>
                        <a:t>Lars Bürger</a:t>
                      </a:r>
                      <a:endParaRPr lang="en-US"/>
                    </a:p>
                  </a:txBody>
                  <a:tcPr>
                    <a:lnL w="12700" algn="ctr">
                      <a:solidFill>
                        <a:schemeClr val="accent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accent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accent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accent1">
                          <a:lumMod val="75000"/>
                        </a:schemeClr>
                      </a:solidFill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>
                        <a:buNone/>
                        <a:defRPr/>
                      </a:pPr>
                      <a:r>
                        <a:rPr lang="en-US"/>
                        <a:t>Jannis Liebscher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accent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accent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accent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accent1">
                          <a:lumMod val="75000"/>
                        </a:schemeClr>
                      </a:solidFill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4105641">
                <a:tc>
                  <a:txBody>
                    <a:bodyPr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</a:rPr>
                        <a:t>Senior IT-Consultant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</a:rPr>
                        <a:t>8+ Jahre 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</a:rPr>
                        <a:t>Berufserfahrung</a:t>
                      </a:r>
                      <a:endParaRPr lang="en-US"/>
                    </a:p>
                    <a:p>
                      <a:pPr lvl="0" algn="ctr">
                        <a:buNone/>
                        <a:defRPr/>
                      </a:pPr>
                      <a:endParaRPr lang="en-US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>
                    <a:lnL w="12700" algn="ctr">
                      <a:solidFill>
                        <a:schemeClr val="accent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accent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accent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accent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lvl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Senior IT-Consultant</a:t>
                      </a:r>
                      <a:endParaRPr lang="en-US" sz="1800" b="0" i="0" u="none" strike="noStrike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7+ Jahre </a:t>
                      </a:r>
                      <a:endParaRPr lang="en-US" sz="1800" b="0" i="0" u="none" strike="noStrike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Berufserfahrung</a:t>
                      </a:r>
                      <a:endParaRPr lang="en-US" sz="1800" b="0" i="0" u="none" strike="noStrike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  <a:defRPr/>
                      </a:pPr>
                      <a:endParaRPr lang="en-US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>
                    <a:lnL w="12700" algn="ctr">
                      <a:solidFill>
                        <a:schemeClr val="accent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accent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accent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accent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lvl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Junior IT-Consultant</a:t>
                      </a:r>
                      <a:endParaRPr lang="en-US" sz="1800" b="0" i="0" u="none" strike="noStrike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2+ Jahre </a:t>
                      </a:r>
                      <a:endParaRPr lang="en-US" sz="1800" b="0" i="0" u="none" strike="noStrike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Berufserfahrung</a:t>
                      </a:r>
                      <a:endParaRPr lang="en-US" sz="1800" b="0" i="0" u="none" strike="noStrike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lang="en-US" sz="1800" b="0" i="0" u="none" strike="noStrike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L w="12700" algn="ctr">
                      <a:solidFill>
                        <a:schemeClr val="accent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accent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accent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accent1">
                          <a:lumMod val="75000"/>
                        </a:scheme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497493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FCEFE7-EA7F-E72D-9C71-CF2A1798F4B2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85086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141911095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9" y="125482"/>
            <a:ext cx="592288" cy="585190"/>
          </a:xfrm>
          <a:prstGeom prst="rect">
            <a:avLst/>
          </a:prstGeom>
        </p:spPr>
      </p:pic>
      <p:sp>
        <p:nvSpPr>
          <p:cNvPr id="1832876367" name="TextBox 4"/>
          <p:cNvSpPr txBox="1"/>
          <p:nvPr/>
        </p:nvSpPr>
        <p:spPr bwMode="auto">
          <a:xfrm>
            <a:off x="1089743" y="341365"/>
            <a:ext cx="100702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400" b="1">
                <a:cs typeface="Arial"/>
              </a:rPr>
              <a:t>Gesamtkosten</a:t>
            </a:r>
            <a:r>
              <a:rPr lang="en-US" sz="2400" b="1">
                <a:cs typeface="Arial"/>
              </a:rPr>
              <a:t> für </a:t>
            </a:r>
            <a:r>
              <a:rPr lang="en-US" sz="2400" b="1">
                <a:cs typeface="Arial"/>
              </a:rPr>
              <a:t>Beratertätiggkeiten</a:t>
            </a:r>
            <a:r>
              <a:rPr lang="en-US" sz="2400" b="1">
                <a:cs typeface="Arial"/>
              </a:rPr>
              <a:t>: 54.100€</a:t>
            </a:r>
            <a:endParaRPr lang="en-US">
              <a:cs typeface="Arial"/>
            </a:endParaRPr>
          </a:p>
        </p:txBody>
      </p:sp>
      <p:sp>
        <p:nvSpPr>
          <p:cNvPr id="460110362" name="TextBox 159"/>
          <p:cNvSpPr txBox="1"/>
          <p:nvPr/>
        </p:nvSpPr>
        <p:spPr bwMode="auto">
          <a:xfrm>
            <a:off x="1089742" y="802406"/>
            <a:ext cx="10070281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91CCCA"/>
                </a:solidFill>
                <a:cs typeface="Arial"/>
              </a:rPr>
              <a:t>Honorar</a:t>
            </a:r>
            <a:endParaRPr lang="en-US"/>
          </a:p>
        </p:txBody>
      </p:sp>
      <p:graphicFrame>
        <p:nvGraphicFramePr>
          <p:cNvPr id="911040578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1242164" y="1602287"/>
          <a:ext cx="9870238" cy="456319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806498"/>
                <a:gridCol w="1663307"/>
                <a:gridCol w="931754"/>
                <a:gridCol w="2468679"/>
              </a:tblGrid>
              <a:tr h="511200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/>
                        <a:t>Leistung</a:t>
                      </a:r>
                      <a:endParaRPr lang="en-US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solidFill>
                      <a:srgbClr val="364B42"/>
                    </a:solidFill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latin typeface="Arial"/>
                        </a:rPr>
                        <a:t>Personentage</a:t>
                      </a:r>
                      <a:r>
                        <a:rPr lang="en-US" sz="1800" b="0" i="0" u="none" strike="noStrike">
                          <a:latin typeface="Arial"/>
                        </a:rPr>
                        <a:t> (PT) </a:t>
                      </a:r>
                      <a:endParaRPr lang="en-US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solidFill>
                      <a:srgbClr val="364B42"/>
                    </a:solidFill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latin typeface="Arial"/>
                        </a:rPr>
                        <a:t>Anzahl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solidFill>
                      <a:srgbClr val="364B42"/>
                    </a:solidFill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latin typeface="Arial"/>
                        </a:rPr>
                        <a:t>Betrag</a:t>
                      </a:r>
                      <a:r>
                        <a:rPr lang="en-US" sz="1800" b="0" i="0" u="none" strike="noStrike">
                          <a:latin typeface="Arial"/>
                        </a:rPr>
                        <a:t> (€)</a:t>
                      </a:r>
                      <a:endParaRPr lang="en-US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solidFill>
                      <a:srgbClr val="364B42"/>
                    </a:solidFill>
                  </a:tcPr>
                </a:tc>
              </a:tr>
              <a:tr h="473727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Analyse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durch das </a:t>
                      </a:r>
                      <a:r>
                        <a:rPr lang="en-US" sz="1800" b="0" i="0" u="none" strike="noStrike" cap="none" spc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Consultant</a:t>
                      </a:r>
                      <a:r>
                        <a:rPr lang="de-DE" sz="1800" b="0" i="0" u="none" strike="noStrike" cap="none" spc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800" b="0" i="0" u="none" strike="noStrike" cap="none" spc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Team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8.000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</a:tr>
              <a:tr h="557946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Gestaltung</a:t>
                      </a: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und </a:t>
                      </a: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Planung</a:t>
                      </a: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der Workshops</a:t>
                      </a:r>
                      <a:endParaRPr lang="en-US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21.400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</a:tr>
              <a:tr h="526364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Durchführung</a:t>
                      </a: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der Workshops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8.800</a:t>
                      </a:r>
                      <a:endParaRPr lang="en-US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</a:tr>
              <a:tr h="642164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Vor- und </a:t>
                      </a: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Nachbereitung</a:t>
                      </a: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der Workshops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  <a:defRPr/>
                      </a:pPr>
                      <a:endParaRPr lang="en-US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6.900</a:t>
                      </a:r>
                      <a:endParaRPr lang="en-US"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</a:tr>
              <a:tr h="747437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Supportpauschale</a:t>
                      </a: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für </a:t>
                      </a:r>
                      <a:r>
                        <a:rPr lang="de-DE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Beratungstätigkeiten</a:t>
                      </a: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außerhalb</a:t>
                      </a: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 der Workshops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endParaRPr lang="en-US" sz="1800" b="0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10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9.000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</a:tr>
              <a:tr h="642164"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Gesamt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47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-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lvl="0">
                        <a:buNone/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54.100</a:t>
                      </a:r>
                      <a:endParaRPr/>
                    </a:p>
                  </a:txBody>
                  <a:tcPr>
                    <a:lnL w="12699" algn="ctr">
                      <a:solidFill>
                        <a:srgbClr val="A1D68B"/>
                      </a:solidFill>
                    </a:lnL>
                    <a:lnR w="12699" algn="ctr">
                      <a:solidFill>
                        <a:srgbClr val="A1D68B"/>
                      </a:solidFill>
                    </a:lnR>
                    <a:lnT w="12699" algn="ctr">
                      <a:solidFill>
                        <a:srgbClr val="A1D68B"/>
                      </a:solidFill>
                    </a:lnT>
                    <a:lnB w="12699" algn="ctr">
                      <a:solidFill>
                        <a:srgbClr val="A1D68B"/>
                      </a:solidFill>
                    </a:lnB>
                    <a:solidFill>
                      <a:srgbClr val="364B42"/>
                    </a:solidFill>
                  </a:tcPr>
                </a:tc>
              </a:tr>
            </a:tbl>
          </a:graphicData>
        </a:graphic>
      </p:graphicFrame>
      <p:sp>
        <p:nvSpPr>
          <p:cNvPr id="94222641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A35CE8-8D4F-67BF-88AF-2EE7AABE31A9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185653" name="Rectangle 9"/>
          <p:cNvSpPr/>
          <p:nvPr/>
        </p:nvSpPr>
        <p:spPr bwMode="auto">
          <a:xfrm flipV="1">
            <a:off x="1006693" y="201714"/>
            <a:ext cx="10360903" cy="19947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361466253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1"/>
            <a:ext cx="592287" cy="585189"/>
          </a:xfrm>
          <a:prstGeom prst="rect">
            <a:avLst/>
          </a:prstGeom>
        </p:spPr>
      </p:pic>
      <p:sp>
        <p:nvSpPr>
          <p:cNvPr id="1621484487" name="Oval 27"/>
          <p:cNvSpPr/>
          <p:nvPr/>
        </p:nvSpPr>
        <p:spPr bwMode="auto">
          <a:xfrm>
            <a:off x="3900903" y="2566219"/>
            <a:ext cx="4569044" cy="1733085"/>
          </a:xfrm>
          <a:prstGeom prst="ellipse">
            <a:avLst/>
          </a:prstGeom>
          <a:noFill/>
          <a:ln w="57150"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Der Workshop </a:t>
            </a:r>
            <a:r>
              <a:rPr lang="de-DE" sz="2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vom </a:t>
            </a:r>
            <a:r>
              <a:rPr lang="en-US" sz="2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19.02</a:t>
            </a:r>
            <a:endParaRPr lang="en-US" sz="2800">
              <a:cs typeface="Arial"/>
            </a:endParaRPr>
          </a:p>
        </p:txBody>
      </p:sp>
      <p:sp>
        <p:nvSpPr>
          <p:cNvPr id="142824924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3245F09-1DF7-4891-E0A7-8A3877CD1D8A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modelId="{082946DB-64BE-4956-A1E2-766551FCD212}">
        <p:nvSpPr>
          <p:cNvPr id="293655563" name=""/>
          <p:cNvSpPr/>
          <p:nvPr/>
        </p:nvSpPr>
        <p:spPr bwMode="auto">
          <a:xfrm rot="0" flipH="0" flipV="0">
            <a:off x="2337168" y="4950912"/>
            <a:ext cx="1463361" cy="1463361"/>
          </a:xfrm>
          <a:prstGeom prst="ellipse">
            <a:avLst/>
          </a:prstGeom>
          <a:solidFill>
            <a:srgbClr val="A1D68B">
              <a:alpha val="99999"/>
            </a:srgbClr>
          </a:solidFill>
          <a:ln w="15875" cap="flat" cmpd="sng" algn="ctr">
            <a:solidFill>
              <a:srgbClr val="A1D68B">
                <a:alpha val="99999"/>
              </a:srgbClr>
            </a:solidFill>
            <a:prstDash val="solid"/>
          </a:ln>
        </p:spPr>
        <p:style>
          <a:lnRef idx="2">
            <a:schemeClr val="lt1"/>
          </a:lnRef>
          <a:fillRef idx="1">
            <a:schemeClr val="accent1">
              <a:tint val="50000"/>
            </a:schemeClr>
          </a:fillRef>
          <a:effectRef idx="0">
            <a:srgbClr val="000000"/>
          </a:effectRef>
          <a:fontRef idx="minor"/>
        </p:style>
      </p:sp>
      <p:sp modelId="{082946DB-64BE-4956-A1E2-766551FCD212}">
        <p:nvSpPr>
          <p:cNvPr id="344887982" name=""/>
          <p:cNvSpPr/>
          <p:nvPr/>
        </p:nvSpPr>
        <p:spPr bwMode="auto">
          <a:xfrm rot="0" flipH="0" flipV="0">
            <a:off x="2337168" y="3050724"/>
            <a:ext cx="1463361" cy="1463361"/>
          </a:xfrm>
          <a:prstGeom prst="ellipse">
            <a:avLst/>
          </a:prstGeom>
          <a:solidFill>
            <a:srgbClr val="A1D68B">
              <a:alpha val="99999"/>
            </a:srgbClr>
          </a:solidFill>
          <a:ln w="15875" cap="flat" cmpd="sng" algn="ctr">
            <a:solidFill>
              <a:srgbClr val="A1D68B">
                <a:alpha val="99999"/>
              </a:srgbClr>
            </a:solidFill>
            <a:prstDash val="solid"/>
          </a:ln>
        </p:spPr>
        <p:style>
          <a:lnRef idx="2">
            <a:schemeClr val="lt1"/>
          </a:lnRef>
          <a:fillRef idx="1">
            <a:schemeClr val="accent1">
              <a:tint val="50000"/>
            </a:schemeClr>
          </a:fillRef>
          <a:effectRef idx="0">
            <a:srgbClr val="000000"/>
          </a:effectRef>
          <a:fontRef idx="minor"/>
        </p:style>
      </p:sp>
      <p:sp modelId="{082946DB-64BE-4956-A1E2-766551FCD212}">
        <p:nvSpPr>
          <p:cNvPr id="1463288552" name=""/>
          <p:cNvSpPr/>
          <p:nvPr/>
        </p:nvSpPr>
        <p:spPr bwMode="auto">
          <a:xfrm rot="0" flipH="0" flipV="0">
            <a:off x="2337168" y="1159531"/>
            <a:ext cx="1463361" cy="1463361"/>
          </a:xfrm>
          <a:prstGeom prst="ellipse">
            <a:avLst/>
          </a:prstGeom>
          <a:solidFill>
            <a:srgbClr val="A1D68B">
              <a:alpha val="99999"/>
            </a:srgbClr>
          </a:solidFill>
          <a:ln w="15875" cap="flat" cmpd="sng" algn="ctr">
            <a:solidFill>
              <a:srgbClr val="A1D68B">
                <a:alpha val="99999"/>
              </a:srgbClr>
            </a:solidFill>
            <a:prstDash val="solid"/>
          </a:ln>
        </p:spPr>
        <p:style>
          <a:lnRef idx="2">
            <a:schemeClr val="lt1"/>
          </a:lnRef>
          <a:fillRef idx="1">
            <a:schemeClr val="accent1">
              <a:tint val="50000"/>
            </a:schemeClr>
          </a:fillRef>
          <a:effectRef idx="0">
            <a:srgbClr val="000000"/>
          </a:effectRef>
          <a:fontRef idx="minor"/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06145869" name="Rectangle 9"/>
          <p:cNvSpPr/>
          <p:nvPr/>
        </p:nvSpPr>
        <p:spPr bwMode="auto">
          <a:xfrm flipV="1">
            <a:off x="1006694" y="201715"/>
            <a:ext cx="10360904" cy="19948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708367247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9" y="125482"/>
            <a:ext cx="592288" cy="585190"/>
          </a:xfrm>
          <a:prstGeom prst="rect">
            <a:avLst/>
          </a:prstGeom>
        </p:spPr>
      </p:pic>
      <p:sp>
        <p:nvSpPr>
          <p:cNvPr id="874471541" name="TextBox 4"/>
          <p:cNvSpPr txBox="1"/>
          <p:nvPr/>
        </p:nvSpPr>
        <p:spPr bwMode="auto">
          <a:xfrm>
            <a:off x="1089742" y="341364"/>
            <a:ext cx="10082880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>
                <a:cs typeface="Arial"/>
              </a:rPr>
              <a:t>Die Zentralen Punkte des Workshops	</a:t>
            </a:r>
            <a:endParaRPr lang="en-US"/>
          </a:p>
        </p:txBody>
      </p:sp>
      <p:sp>
        <p:nvSpPr>
          <p:cNvPr id="1470170005" name="TextBox 159"/>
          <p:cNvSpPr txBox="1"/>
          <p:nvPr/>
        </p:nvSpPr>
        <p:spPr bwMode="auto">
          <a:xfrm>
            <a:off x="1089741" y="802405"/>
            <a:ext cx="10072440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Aufbau</a:t>
            </a:r>
            <a:endParaRPr lang="en-US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1997134189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2155505" y="1159531"/>
          <a:ext cx="7895605" cy="5263736"/>
          <a:chOff x="0" y="0"/>
          <a:chExt cx="7895605" cy="5263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69438332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8BB690-E1A1-9571-8EB2-EA2C756DDCD4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625278" name="Rectangle 9"/>
          <p:cNvSpPr/>
          <p:nvPr/>
        </p:nvSpPr>
        <p:spPr bwMode="auto">
          <a:xfrm flipV="1">
            <a:off x="1006693" y="201714"/>
            <a:ext cx="10360903" cy="19947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870467333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1"/>
            <a:ext cx="592287" cy="585189"/>
          </a:xfrm>
          <a:prstGeom prst="rect">
            <a:avLst/>
          </a:prstGeom>
        </p:spPr>
      </p:pic>
      <p:sp>
        <p:nvSpPr>
          <p:cNvPr id="1986691475" name="TextBox 4"/>
          <p:cNvSpPr txBox="1"/>
          <p:nvPr/>
        </p:nvSpPr>
        <p:spPr bwMode="auto">
          <a:xfrm>
            <a:off x="1089742" y="341364"/>
            <a:ext cx="10082160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>
                <a:cs typeface="Arial"/>
              </a:rPr>
              <a:t>Vorstellung der Problemlandschaft</a:t>
            </a:r>
            <a:endParaRPr lang="en-US"/>
          </a:p>
        </p:txBody>
      </p:sp>
      <p:sp>
        <p:nvSpPr>
          <p:cNvPr id="491776447" name="TextBox 159"/>
          <p:cNvSpPr txBox="1"/>
          <p:nvPr/>
        </p:nvSpPr>
        <p:spPr bwMode="auto">
          <a:xfrm>
            <a:off x="1089741" y="802405"/>
            <a:ext cx="10080720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Problemanalyse Präsentation</a:t>
            </a:r>
            <a:endParaRPr lang="en-US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427178577" name="Diagramm 7"/>
          <p:cNvGraphicFramePr>
            <a:graphicFrameLocks xmlns:a="http://schemas.openxmlformats.org/drawingml/2006/main"/>
          </p:cNvGraphicFramePr>
          <p:nvPr/>
        </p:nvGraphicFramePr>
        <p:xfrm rot="0">
          <a:off x="1195506" y="2135650"/>
          <a:ext cx="9865018" cy="3703775"/>
          <a:chOff x="0" y="0"/>
          <a:chExt cx="9865018" cy="3703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68084924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CE3240-D559-22D7-D4F5-92A0FCC8A166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1165324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295386" y="4669755"/>
            <a:ext cx="1428750" cy="1428750"/>
          </a:xfrm>
          <a:prstGeom prst="rect">
            <a:avLst/>
          </a:prstGeom>
        </p:spPr>
      </p:pic>
      <p:pic>
        <p:nvPicPr>
          <p:cNvPr id="478120474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6265080" y="4682744"/>
            <a:ext cx="1428750" cy="1428750"/>
          </a:xfrm>
          <a:prstGeom prst="rect">
            <a:avLst/>
          </a:prstGeom>
        </p:spPr>
      </p:pic>
      <p:sp>
        <p:nvSpPr>
          <p:cNvPr id="45326731" name="Rectangle 9"/>
          <p:cNvSpPr/>
          <p:nvPr/>
        </p:nvSpPr>
        <p:spPr bwMode="auto">
          <a:xfrm flipV="1">
            <a:off x="1006693" y="201714"/>
            <a:ext cx="10360903" cy="19947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354065233" name="Grafik 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53018" y="125481"/>
            <a:ext cx="592287" cy="585189"/>
          </a:xfrm>
          <a:prstGeom prst="rect">
            <a:avLst/>
          </a:prstGeom>
        </p:spPr>
      </p:pic>
      <p:sp>
        <p:nvSpPr>
          <p:cNvPr id="1199138684" name="TextBox 4"/>
          <p:cNvSpPr txBox="1"/>
          <p:nvPr/>
        </p:nvSpPr>
        <p:spPr bwMode="auto">
          <a:xfrm>
            <a:off x="1089742" y="341364"/>
            <a:ext cx="10105920" cy="823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>
                <a:cs typeface="Arial"/>
              </a:rPr>
              <a:t>Identifizierung von nicht funktionalen Anforderungen durch die Workshopteilnehmer</a:t>
            </a:r>
            <a:endParaRPr lang="en-US"/>
          </a:p>
        </p:txBody>
      </p:sp>
      <p:sp>
        <p:nvSpPr>
          <p:cNvPr id="1427258201" name="TextBox 159"/>
          <p:cNvSpPr txBox="1"/>
          <p:nvPr/>
        </p:nvSpPr>
        <p:spPr bwMode="auto">
          <a:xfrm>
            <a:off x="1060859" y="1171737"/>
            <a:ext cx="10074600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World-Café</a:t>
            </a:r>
            <a:endParaRPr lang="en-US">
              <a:solidFill>
                <a:srgbClr val="91CCCA"/>
              </a:solidFill>
              <a:cs typeface="Arial"/>
            </a:endParaRPr>
          </a:p>
        </p:txBody>
      </p:sp>
      <p:sp>
        <p:nvSpPr>
          <p:cNvPr id="1522397515" name="TextBox 1"/>
          <p:cNvSpPr txBox="1"/>
          <p:nvPr/>
        </p:nvSpPr>
        <p:spPr bwMode="auto">
          <a:xfrm>
            <a:off x="1034615" y="1537857"/>
            <a:ext cx="10281162" cy="17377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/>
              <a:t>Ablauf: </a:t>
            </a:r>
            <a:endParaRPr lang="de-DE"/>
          </a:p>
          <a:p>
            <a:pPr marL="283879" indent="-283879">
              <a:buFont typeface="Arial"/>
              <a:buChar char="•"/>
              <a:defRPr/>
            </a:pPr>
            <a:r>
              <a:rPr lang="de-DE"/>
              <a:t>Aufteilung in 2er bzw. 3er Gruppen.</a:t>
            </a:r>
            <a:endParaRPr lang="de-DE"/>
          </a:p>
          <a:p>
            <a:pPr marL="283879" indent="-283879">
              <a:buFont typeface="Arial"/>
              <a:buChar char="•"/>
              <a:defRPr/>
            </a:pPr>
            <a:r>
              <a:rPr lang="de-DE"/>
              <a:t>Vorgabe einer Kategorie (Bsp. Stabilität &amp;Verlässlichkeit).</a:t>
            </a:r>
            <a:endParaRPr lang="de-DE"/>
          </a:p>
          <a:p>
            <a:pPr marL="283879" indent="-283879">
              <a:buFont typeface="Arial"/>
              <a:buChar char="•"/>
              <a:defRPr/>
            </a:pPr>
            <a:r>
              <a:rPr lang="de-DE"/>
              <a:t>Hilfestellung durch begleitende Fragen auf Idea-Napkin.</a:t>
            </a:r>
            <a:endParaRPr lang="de-DE"/>
          </a:p>
          <a:p>
            <a:pPr marL="283879" indent="-283879">
              <a:buFont typeface="Arial"/>
              <a:buChar char="•"/>
              <a:defRPr/>
            </a:pPr>
            <a:r>
              <a:rPr lang="de-DE"/>
              <a:t>Selbstständiges Erarbeiten mehrerer Nicht-Funktionalen Anforderungen.</a:t>
            </a:r>
            <a:endParaRPr lang="de-DE"/>
          </a:p>
          <a:p>
            <a:pPr marL="283879" indent="-283879">
              <a:buFont typeface="Arial"/>
              <a:buChar char="•"/>
              <a:defRPr/>
            </a:pPr>
            <a:r>
              <a:rPr lang="de-DE"/>
              <a:t>Anschließend Vorstellung der Anforderung im Plenum</a:t>
            </a:r>
            <a:r>
              <a:rPr lang="de-DE"/>
              <a:t>.</a:t>
            </a:r>
            <a:endParaRPr lang="de-DE"/>
          </a:p>
        </p:txBody>
      </p:sp>
      <p:sp>
        <p:nvSpPr>
          <p:cNvPr id="1364188940" name="TextBox 1"/>
          <p:cNvSpPr txBox="1"/>
          <p:nvPr/>
        </p:nvSpPr>
        <p:spPr bwMode="auto">
          <a:xfrm flipH="0" flipV="0">
            <a:off x="1061819" y="6403910"/>
            <a:ext cx="10218118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/>
              <a:t>* Hinweis für die Ergebnisse: KPI = Key Performance Indicator</a:t>
            </a:r>
            <a:endParaRPr lang="de-DE"/>
          </a:p>
        </p:txBody>
      </p:sp>
      <p:pic>
        <p:nvPicPr>
          <p:cNvPr id="1770892267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2160671" y="4669756"/>
            <a:ext cx="1428750" cy="1428750"/>
          </a:xfrm>
          <a:prstGeom prst="rect">
            <a:avLst/>
          </a:prstGeom>
        </p:spPr>
      </p:pic>
      <p:pic>
        <p:nvPicPr>
          <p:cNvPr id="340377288" name="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flipH="0" flipV="0">
            <a:off x="4203030" y="3667124"/>
            <a:ext cx="1569118" cy="1569118"/>
          </a:xfrm>
          <a:prstGeom prst="rect">
            <a:avLst/>
          </a:prstGeom>
        </p:spPr>
      </p:pic>
      <p:pic>
        <p:nvPicPr>
          <p:cNvPr id="2137537199" name=""/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 flipH="0" flipV="0">
            <a:off x="4203029" y="3722519"/>
            <a:ext cx="1505392" cy="1505392"/>
          </a:xfrm>
          <a:prstGeom prst="rect">
            <a:avLst/>
          </a:prstGeom>
        </p:spPr>
      </p:pic>
      <p:pic>
        <p:nvPicPr>
          <p:cNvPr id="74295521" name="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2130364" y="4682744"/>
            <a:ext cx="1428750" cy="1428750"/>
          </a:xfrm>
          <a:prstGeom prst="rect">
            <a:avLst/>
          </a:prstGeom>
        </p:spPr>
      </p:pic>
      <p:sp>
        <p:nvSpPr>
          <p:cNvPr id="163535465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EFF3258-A0A2-B3C0-A6C4-F1B1D667BFF2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637597" name="Rectangle 9"/>
          <p:cNvSpPr/>
          <p:nvPr/>
        </p:nvSpPr>
        <p:spPr bwMode="auto">
          <a:xfrm flipV="1">
            <a:off x="1006691" y="201713"/>
            <a:ext cx="10360902" cy="19946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208232507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0"/>
            <a:ext cx="592286" cy="585189"/>
          </a:xfrm>
          <a:prstGeom prst="rect">
            <a:avLst/>
          </a:prstGeom>
        </p:spPr>
      </p:pic>
      <p:sp>
        <p:nvSpPr>
          <p:cNvPr id="1939373567" name="TextBox 4"/>
          <p:cNvSpPr txBox="1"/>
          <p:nvPr/>
        </p:nvSpPr>
        <p:spPr bwMode="auto">
          <a:xfrm>
            <a:off x="1089741" y="341363"/>
            <a:ext cx="1012175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>
                <a:cs typeface="Arial"/>
              </a:rPr>
              <a:t>Idea-Napking Vorderseite</a:t>
            </a:r>
            <a:endParaRPr lang="en-US"/>
          </a:p>
        </p:txBody>
      </p:sp>
      <p:sp>
        <p:nvSpPr>
          <p:cNvPr id="1537949973" name=""/>
          <p:cNvSpPr/>
          <p:nvPr/>
        </p:nvSpPr>
        <p:spPr bwMode="auto">
          <a:xfrm>
            <a:off x="5968559" y="3291840"/>
            <a:ext cx="25524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  <p:pic>
        <p:nvPicPr>
          <p:cNvPr id="58236033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89741" y="798923"/>
            <a:ext cx="8521258" cy="5897439"/>
          </a:xfrm>
          <a:prstGeom prst="rect">
            <a:avLst/>
          </a:prstGeom>
        </p:spPr>
      </p:pic>
      <p:sp>
        <p:nvSpPr>
          <p:cNvPr id="60918275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170F8C-5336-0953-D5F2-1FFF51480433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41143" name="Rectangle 9"/>
          <p:cNvSpPr/>
          <p:nvPr/>
        </p:nvSpPr>
        <p:spPr bwMode="auto">
          <a:xfrm flipV="1">
            <a:off x="1006691" y="201713"/>
            <a:ext cx="10360902" cy="19946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69983117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0"/>
            <a:ext cx="592286" cy="585189"/>
          </a:xfrm>
          <a:prstGeom prst="rect">
            <a:avLst/>
          </a:prstGeom>
        </p:spPr>
      </p:pic>
      <p:sp>
        <p:nvSpPr>
          <p:cNvPr id="7079936" name="TextBox 4"/>
          <p:cNvSpPr txBox="1"/>
          <p:nvPr/>
        </p:nvSpPr>
        <p:spPr bwMode="auto">
          <a:xfrm>
            <a:off x="1089741" y="341363"/>
            <a:ext cx="1011527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>
                <a:cs typeface="Arial"/>
              </a:rPr>
              <a:t>Idea-Napking 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Arial"/>
              </a:rPr>
              <a:t>Rückseite</a:t>
            </a:r>
            <a:endParaRPr lang="en-US"/>
          </a:p>
        </p:txBody>
      </p:sp>
      <p:sp>
        <p:nvSpPr>
          <p:cNvPr id="864313399" name=""/>
          <p:cNvSpPr/>
          <p:nvPr/>
        </p:nvSpPr>
        <p:spPr bwMode="auto">
          <a:xfrm>
            <a:off x="5968559" y="3291840"/>
            <a:ext cx="25524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  <p:pic>
        <p:nvPicPr>
          <p:cNvPr id="190568861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120672" y="798923"/>
            <a:ext cx="8521258" cy="5897439"/>
          </a:xfrm>
          <a:prstGeom prst="rect">
            <a:avLst/>
          </a:prstGeom>
        </p:spPr>
      </p:pic>
      <p:sp>
        <p:nvSpPr>
          <p:cNvPr id="1171204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8F5D36F-1835-EF9C-59B6-BEB91985CF94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574997" name="Rectangle 9"/>
          <p:cNvSpPr/>
          <p:nvPr/>
        </p:nvSpPr>
        <p:spPr bwMode="auto">
          <a:xfrm flipV="1">
            <a:off x="1006693" y="201714"/>
            <a:ext cx="10360903" cy="19947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39436324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1"/>
            <a:ext cx="592287" cy="585189"/>
          </a:xfrm>
          <a:prstGeom prst="rect">
            <a:avLst/>
          </a:prstGeom>
        </p:spPr>
      </p:pic>
      <p:sp>
        <p:nvSpPr>
          <p:cNvPr id="748630434" name="TextBox 4"/>
          <p:cNvSpPr txBox="1"/>
          <p:nvPr/>
        </p:nvSpPr>
        <p:spPr bwMode="auto">
          <a:xfrm>
            <a:off x="1089742" y="341364"/>
            <a:ext cx="10090440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Identifizierte Anforderungen</a:t>
            </a:r>
            <a:endParaRPr sz="2400"/>
          </a:p>
        </p:txBody>
      </p:sp>
      <p:sp>
        <p:nvSpPr>
          <p:cNvPr id="1446051606" name="TextBox 159"/>
          <p:cNvSpPr txBox="1"/>
          <p:nvPr/>
        </p:nvSpPr>
        <p:spPr bwMode="auto">
          <a:xfrm>
            <a:off x="1089741" y="802405"/>
            <a:ext cx="10076040" cy="6404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rgbClr val="91CCCA"/>
                </a:solidFill>
                <a:latin typeface="+mn-lt"/>
                <a:ea typeface="+mn-ea"/>
                <a:cs typeface="Arial"/>
              </a:rPr>
              <a:t>Ergebnis</a:t>
            </a:r>
            <a:r>
              <a:rPr lang="de-DE" sz="1800" b="1" i="0" u="none" strike="noStrike" cap="none" spc="0">
                <a:solidFill>
                  <a:srgbClr val="91CCCA"/>
                </a:solidFill>
                <a:latin typeface="+mn-lt"/>
                <a:ea typeface="+mn-ea"/>
                <a:cs typeface="Arial"/>
              </a:rPr>
              <a:t>se</a:t>
            </a:r>
            <a:endParaRPr sz="1800" b="1">
              <a:solidFill>
                <a:srgbClr val="91CCCA"/>
              </a:solidFill>
              <a:cs typeface="Arial"/>
            </a:endParaRPr>
          </a:p>
          <a:p>
            <a:pPr>
              <a:defRPr/>
            </a:pPr>
            <a:endParaRPr lang="en-US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546486211" name=""/>
          <p:cNvGraphicFramePr>
            <a:graphicFrameLocks xmlns:a="http://schemas.openxmlformats.org/drawingml/2006/main"/>
          </p:cNvGraphicFramePr>
          <p:nvPr/>
        </p:nvGraphicFramePr>
        <p:xfrm rot="0">
          <a:off x="2339878" y="1191105"/>
          <a:ext cx="8127999" cy="5418666"/>
          <a:chOff x="0" y="0"/>
          <a:chExt cx="8127999" cy="5418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021207542" name=""/>
          <p:cNvSpPr/>
          <p:nvPr/>
        </p:nvSpPr>
        <p:spPr bwMode="auto">
          <a:xfrm rot="0" flipH="0" flipV="0">
            <a:off x="5727655" y="853538"/>
            <a:ext cx="1385453" cy="942877"/>
          </a:xfrm>
          <a:prstGeom prst="flowChartAlternateProcess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de-DE"/>
              <a:t>Kategorie</a:t>
            </a:r>
            <a:endParaRPr/>
          </a:p>
        </p:txBody>
      </p:sp>
      <p:sp>
        <p:nvSpPr>
          <p:cNvPr id="15091706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EEEE09-3432-C4E7-83DF-6A675261365A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660431" name="Rectangle 9"/>
          <p:cNvSpPr/>
          <p:nvPr/>
        </p:nvSpPr>
        <p:spPr bwMode="auto">
          <a:xfrm flipV="1">
            <a:off x="1006693" y="201714"/>
            <a:ext cx="10360903" cy="19947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000772844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1"/>
            <a:ext cx="592287" cy="585189"/>
          </a:xfrm>
          <a:prstGeom prst="rect">
            <a:avLst/>
          </a:prstGeom>
        </p:spPr>
      </p:pic>
      <p:sp>
        <p:nvSpPr>
          <p:cNvPr id="1621292325" name="TextBox 4"/>
          <p:cNvSpPr txBox="1"/>
          <p:nvPr/>
        </p:nvSpPr>
        <p:spPr bwMode="auto">
          <a:xfrm>
            <a:off x="1089742" y="341364"/>
            <a:ext cx="10090440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Identifizierte Anforderungen</a:t>
            </a:r>
            <a:endParaRPr sz="2400"/>
          </a:p>
        </p:txBody>
      </p:sp>
      <p:sp>
        <p:nvSpPr>
          <p:cNvPr id="1673635565" name="TextBox 159"/>
          <p:cNvSpPr txBox="1"/>
          <p:nvPr/>
        </p:nvSpPr>
        <p:spPr bwMode="auto">
          <a:xfrm>
            <a:off x="1089741" y="802405"/>
            <a:ext cx="10076040" cy="6404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rgbClr val="91CCCA"/>
                </a:solidFill>
                <a:latin typeface="+mn-lt"/>
                <a:ea typeface="+mn-ea"/>
                <a:cs typeface="Arial"/>
              </a:rPr>
              <a:t>Ergebnis</a:t>
            </a:r>
            <a:r>
              <a:rPr lang="de-DE" sz="1800" b="1" i="0" u="none" strike="noStrike" cap="none" spc="0">
                <a:solidFill>
                  <a:srgbClr val="91CCCA"/>
                </a:solidFill>
                <a:latin typeface="+mn-lt"/>
                <a:ea typeface="+mn-ea"/>
                <a:cs typeface="Arial"/>
              </a:rPr>
              <a:t>se</a:t>
            </a:r>
            <a:endParaRPr sz="1800" b="1">
              <a:solidFill>
                <a:srgbClr val="91CCCA"/>
              </a:solidFill>
              <a:cs typeface="Arial"/>
            </a:endParaRPr>
          </a:p>
          <a:p>
            <a:pPr>
              <a:defRPr/>
            </a:pPr>
            <a:endParaRPr lang="en-US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1745036401" name=""/>
          <p:cNvGraphicFramePr>
            <a:graphicFrameLocks xmlns:a="http://schemas.openxmlformats.org/drawingml/2006/main"/>
          </p:cNvGraphicFramePr>
          <p:nvPr/>
        </p:nvGraphicFramePr>
        <p:xfrm rot="0">
          <a:off x="2339878" y="1191105"/>
          <a:ext cx="8127999" cy="5418666"/>
          <a:chOff x="0" y="0"/>
          <a:chExt cx="8127999" cy="5418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932895576" name=""/>
          <p:cNvSpPr/>
          <p:nvPr/>
        </p:nvSpPr>
        <p:spPr bwMode="auto">
          <a:xfrm rot="0" flipH="0" flipV="0">
            <a:off x="5727654" y="853538"/>
            <a:ext cx="1385452" cy="942876"/>
          </a:xfrm>
          <a:prstGeom prst="flowChartAlternateProcess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de-DE"/>
              <a:t>Kategorie</a:t>
            </a:r>
            <a:endParaRPr/>
          </a:p>
        </p:txBody>
      </p:sp>
      <p:sp>
        <p:nvSpPr>
          <p:cNvPr id="82529059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A28964-3A48-9411-27E6-0948D568ACAC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328110" name="Rectangle 9"/>
          <p:cNvSpPr/>
          <p:nvPr/>
        </p:nvSpPr>
        <p:spPr bwMode="auto">
          <a:xfrm flipV="1">
            <a:off x="1006693" y="201714"/>
            <a:ext cx="10360903" cy="19947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953144999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1"/>
            <a:ext cx="592287" cy="585189"/>
          </a:xfrm>
          <a:prstGeom prst="rect">
            <a:avLst/>
          </a:prstGeom>
        </p:spPr>
      </p:pic>
      <p:sp>
        <p:nvSpPr>
          <p:cNvPr id="214597353" name="TextBox 4"/>
          <p:cNvSpPr txBox="1"/>
          <p:nvPr/>
        </p:nvSpPr>
        <p:spPr bwMode="auto">
          <a:xfrm>
            <a:off x="1089742" y="341364"/>
            <a:ext cx="1009907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Detaillierte Anforderung</a:t>
            </a:r>
            <a:endParaRPr sz="2400"/>
          </a:p>
        </p:txBody>
      </p:sp>
      <p:sp>
        <p:nvSpPr>
          <p:cNvPr id="339619208" name="TextBox 159"/>
          <p:cNvSpPr txBox="1"/>
          <p:nvPr/>
        </p:nvSpPr>
        <p:spPr bwMode="auto">
          <a:xfrm>
            <a:off x="1089741" y="802405"/>
            <a:ext cx="10076400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Ergebnis</a:t>
            </a:r>
            <a:r>
              <a:rPr lang="de-DE" b="1">
                <a:solidFill>
                  <a:srgbClr val="91CCCA"/>
                </a:solidFill>
                <a:cs typeface="Arial"/>
              </a:rPr>
              <a:t>se</a:t>
            </a:r>
            <a:endParaRPr b="1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1777223465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2416848" y="893730"/>
          <a:ext cx="8530764" cy="5687177"/>
          <a:chOff x="0" y="0"/>
          <a:chExt cx="8530764" cy="5687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61068877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1F87A2-D2AB-2165-5AE4-A662C55C0EBC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094456" name="Rectangle 9"/>
          <p:cNvSpPr/>
          <p:nvPr/>
        </p:nvSpPr>
        <p:spPr bwMode="auto">
          <a:xfrm flipV="1">
            <a:off x="1006693" y="201714"/>
            <a:ext cx="10360903" cy="19947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782246313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1"/>
            <a:ext cx="592287" cy="585189"/>
          </a:xfrm>
          <a:prstGeom prst="rect">
            <a:avLst/>
          </a:prstGeom>
        </p:spPr>
      </p:pic>
      <p:sp>
        <p:nvSpPr>
          <p:cNvPr id="784446413" name="TextBox 4"/>
          <p:cNvSpPr txBox="1"/>
          <p:nvPr/>
        </p:nvSpPr>
        <p:spPr bwMode="auto">
          <a:xfrm>
            <a:off x="1089742" y="341364"/>
            <a:ext cx="1009907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Detaillierte Anforderung</a:t>
            </a:r>
            <a:endParaRPr sz="2400"/>
          </a:p>
        </p:txBody>
      </p:sp>
      <p:sp>
        <p:nvSpPr>
          <p:cNvPr id="1547499280" name="TextBox 159"/>
          <p:cNvSpPr txBox="1"/>
          <p:nvPr/>
        </p:nvSpPr>
        <p:spPr bwMode="auto">
          <a:xfrm>
            <a:off x="1089741" y="802405"/>
            <a:ext cx="10076400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Ergebnis</a:t>
            </a:r>
            <a:r>
              <a:rPr lang="de-DE" b="1">
                <a:solidFill>
                  <a:srgbClr val="91CCCA"/>
                </a:solidFill>
                <a:cs typeface="Arial"/>
              </a:rPr>
              <a:t>se</a:t>
            </a:r>
            <a:endParaRPr b="1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1049260288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2416848" y="893730"/>
          <a:ext cx="8530764" cy="5687177"/>
          <a:chOff x="0" y="0"/>
          <a:chExt cx="8530764" cy="5687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22356034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B4EFFE9-E9A1-2CEA-8BEE-50C985F82CDC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024787" name="Rectangle 9"/>
          <p:cNvSpPr/>
          <p:nvPr/>
        </p:nvSpPr>
        <p:spPr bwMode="auto">
          <a:xfrm flipV="1">
            <a:off x="1006693" y="201714"/>
            <a:ext cx="10360903" cy="19947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123228441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1"/>
            <a:ext cx="592287" cy="585189"/>
          </a:xfrm>
          <a:prstGeom prst="rect">
            <a:avLst/>
          </a:prstGeom>
        </p:spPr>
      </p:pic>
      <p:sp>
        <p:nvSpPr>
          <p:cNvPr id="222963945" name="TextBox 4"/>
          <p:cNvSpPr txBox="1"/>
          <p:nvPr/>
        </p:nvSpPr>
        <p:spPr bwMode="auto">
          <a:xfrm>
            <a:off x="1089742" y="341364"/>
            <a:ext cx="1009907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Detaillierte Anforderung</a:t>
            </a:r>
            <a:endParaRPr sz="2400"/>
          </a:p>
        </p:txBody>
      </p:sp>
      <p:sp>
        <p:nvSpPr>
          <p:cNvPr id="727995915" name="TextBox 159"/>
          <p:cNvSpPr txBox="1"/>
          <p:nvPr/>
        </p:nvSpPr>
        <p:spPr bwMode="auto">
          <a:xfrm>
            <a:off x="1089741" y="802405"/>
            <a:ext cx="10076400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Ergebnis</a:t>
            </a:r>
            <a:r>
              <a:rPr lang="de-DE" b="1">
                <a:solidFill>
                  <a:srgbClr val="91CCCA"/>
                </a:solidFill>
                <a:cs typeface="Arial"/>
              </a:rPr>
              <a:t>se</a:t>
            </a:r>
            <a:endParaRPr b="1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944279948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2416848" y="893730"/>
          <a:ext cx="8530764" cy="5687177"/>
          <a:chOff x="0" y="0"/>
          <a:chExt cx="8530764" cy="5687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15258366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01490A-DF09-2E5D-2208-54C9DAF9F8C3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263624" name="Rectangle 9"/>
          <p:cNvSpPr/>
          <p:nvPr/>
        </p:nvSpPr>
        <p:spPr bwMode="auto">
          <a:xfrm flipV="1">
            <a:off x="1006691" y="201713"/>
            <a:ext cx="10360902" cy="19946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389938854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0"/>
            <a:ext cx="592286" cy="585189"/>
          </a:xfrm>
          <a:prstGeom prst="rect">
            <a:avLst/>
          </a:prstGeom>
        </p:spPr>
      </p:pic>
      <p:sp>
        <p:nvSpPr>
          <p:cNvPr id="859959969" name="TextBox 4"/>
          <p:cNvSpPr txBox="1"/>
          <p:nvPr/>
        </p:nvSpPr>
        <p:spPr bwMode="auto">
          <a:xfrm>
            <a:off x="1089741" y="341363"/>
            <a:ext cx="1009907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Detaillierte Anforderung</a:t>
            </a:r>
            <a:endParaRPr sz="2400"/>
          </a:p>
        </p:txBody>
      </p:sp>
      <p:sp>
        <p:nvSpPr>
          <p:cNvPr id="1495088681" name="TextBox 159"/>
          <p:cNvSpPr txBox="1"/>
          <p:nvPr/>
        </p:nvSpPr>
        <p:spPr bwMode="auto">
          <a:xfrm>
            <a:off x="1089740" y="802404"/>
            <a:ext cx="10076399" cy="3661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Ergebnis</a:t>
            </a:r>
            <a:r>
              <a:rPr lang="de-DE" b="1">
                <a:solidFill>
                  <a:srgbClr val="91CCCA"/>
                </a:solidFill>
                <a:cs typeface="Arial"/>
              </a:rPr>
              <a:t>se</a:t>
            </a:r>
            <a:endParaRPr b="1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785082951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2416847" y="893730"/>
          <a:ext cx="8530763" cy="5687176"/>
          <a:chOff x="0" y="0"/>
          <a:chExt cx="8530763" cy="5687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89230890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A7597DF-FC02-073A-DC2F-5B40752CC8E4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956186" name="Rectangle 9"/>
          <p:cNvSpPr/>
          <p:nvPr/>
        </p:nvSpPr>
        <p:spPr bwMode="auto">
          <a:xfrm flipV="1">
            <a:off x="1006691" y="201713"/>
            <a:ext cx="10360902" cy="19946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51305679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0"/>
            <a:ext cx="592286" cy="585189"/>
          </a:xfrm>
          <a:prstGeom prst="rect">
            <a:avLst/>
          </a:prstGeom>
        </p:spPr>
      </p:pic>
      <p:sp>
        <p:nvSpPr>
          <p:cNvPr id="1197557446" name="TextBox 4"/>
          <p:cNvSpPr txBox="1"/>
          <p:nvPr/>
        </p:nvSpPr>
        <p:spPr bwMode="auto">
          <a:xfrm>
            <a:off x="1089741" y="341363"/>
            <a:ext cx="1009907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Detaillierte Anforderung</a:t>
            </a:r>
            <a:endParaRPr sz="2400"/>
          </a:p>
        </p:txBody>
      </p:sp>
      <p:sp>
        <p:nvSpPr>
          <p:cNvPr id="828228181" name="TextBox 159"/>
          <p:cNvSpPr txBox="1"/>
          <p:nvPr/>
        </p:nvSpPr>
        <p:spPr bwMode="auto">
          <a:xfrm>
            <a:off x="1089740" y="802404"/>
            <a:ext cx="10076399" cy="3661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Ergebnis</a:t>
            </a:r>
            <a:r>
              <a:rPr lang="de-DE" b="1">
                <a:solidFill>
                  <a:srgbClr val="91CCCA"/>
                </a:solidFill>
                <a:cs typeface="Arial"/>
              </a:rPr>
              <a:t>se</a:t>
            </a:r>
            <a:endParaRPr b="1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1268301205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2416847" y="893730"/>
          <a:ext cx="8530763" cy="5687176"/>
          <a:chOff x="0" y="0"/>
          <a:chExt cx="8530763" cy="5687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11530862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29C532-BF61-5B4B-D6DD-891829BEE0BD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049201" name="Rectangle 9"/>
          <p:cNvSpPr/>
          <p:nvPr/>
        </p:nvSpPr>
        <p:spPr bwMode="auto">
          <a:xfrm flipV="1">
            <a:off x="1006691" y="201713"/>
            <a:ext cx="10360902" cy="19946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25882637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0"/>
            <a:ext cx="592286" cy="585189"/>
          </a:xfrm>
          <a:prstGeom prst="rect">
            <a:avLst/>
          </a:prstGeom>
        </p:spPr>
      </p:pic>
      <p:sp>
        <p:nvSpPr>
          <p:cNvPr id="291223672" name="TextBox 4"/>
          <p:cNvSpPr txBox="1"/>
          <p:nvPr/>
        </p:nvSpPr>
        <p:spPr bwMode="auto">
          <a:xfrm>
            <a:off x="1089741" y="341363"/>
            <a:ext cx="1009907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Detaillierte Anforderung</a:t>
            </a:r>
            <a:endParaRPr sz="2400"/>
          </a:p>
        </p:txBody>
      </p:sp>
      <p:sp>
        <p:nvSpPr>
          <p:cNvPr id="1450053532" name="TextBox 159"/>
          <p:cNvSpPr txBox="1"/>
          <p:nvPr/>
        </p:nvSpPr>
        <p:spPr bwMode="auto">
          <a:xfrm>
            <a:off x="1089740" y="802404"/>
            <a:ext cx="10076399" cy="3661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Ergebnis</a:t>
            </a:r>
            <a:r>
              <a:rPr lang="de-DE" b="1">
                <a:solidFill>
                  <a:srgbClr val="91CCCA"/>
                </a:solidFill>
                <a:cs typeface="Arial"/>
              </a:rPr>
              <a:t>se</a:t>
            </a:r>
            <a:endParaRPr b="1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2071956482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2416847" y="893730"/>
          <a:ext cx="8530763" cy="5687176"/>
          <a:chOff x="0" y="0"/>
          <a:chExt cx="8530763" cy="5687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37129289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19D97F-B9A3-E789-9238-DC157A65135A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019844" name="Rectangle 9"/>
          <p:cNvSpPr/>
          <p:nvPr/>
        </p:nvSpPr>
        <p:spPr bwMode="auto">
          <a:xfrm flipV="1">
            <a:off x="1006691" y="201713"/>
            <a:ext cx="10360902" cy="19946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2706467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0"/>
            <a:ext cx="592286" cy="585189"/>
          </a:xfrm>
          <a:prstGeom prst="rect">
            <a:avLst/>
          </a:prstGeom>
        </p:spPr>
      </p:pic>
      <p:sp>
        <p:nvSpPr>
          <p:cNvPr id="1355640374" name="TextBox 4"/>
          <p:cNvSpPr txBox="1"/>
          <p:nvPr/>
        </p:nvSpPr>
        <p:spPr bwMode="auto">
          <a:xfrm>
            <a:off x="1089741" y="341363"/>
            <a:ext cx="1009907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Detaillierte Anforderung</a:t>
            </a:r>
            <a:endParaRPr sz="2400"/>
          </a:p>
        </p:txBody>
      </p:sp>
      <p:sp>
        <p:nvSpPr>
          <p:cNvPr id="540680323" name="TextBox 159"/>
          <p:cNvSpPr txBox="1"/>
          <p:nvPr/>
        </p:nvSpPr>
        <p:spPr bwMode="auto">
          <a:xfrm>
            <a:off x="1089740" y="802404"/>
            <a:ext cx="10076399" cy="3661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Ergebnis</a:t>
            </a:r>
            <a:r>
              <a:rPr lang="de-DE" b="1">
                <a:solidFill>
                  <a:srgbClr val="91CCCA"/>
                </a:solidFill>
                <a:cs typeface="Arial"/>
              </a:rPr>
              <a:t>se</a:t>
            </a:r>
            <a:endParaRPr b="1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2089531455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2416847" y="893730"/>
          <a:ext cx="8530763" cy="5687176"/>
          <a:chOff x="0" y="0"/>
          <a:chExt cx="8530763" cy="5687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33863451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850238-720B-25BF-3853-436F5E80D465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995550" name="Rectangle 9"/>
          <p:cNvSpPr/>
          <p:nvPr/>
        </p:nvSpPr>
        <p:spPr bwMode="auto">
          <a:xfrm flipV="1">
            <a:off x="1006693" y="201714"/>
            <a:ext cx="10360903" cy="19947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696176242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1"/>
            <a:ext cx="592287" cy="585189"/>
          </a:xfrm>
          <a:prstGeom prst="rect">
            <a:avLst/>
          </a:prstGeom>
        </p:spPr>
      </p:pic>
      <p:sp>
        <p:nvSpPr>
          <p:cNvPr id="1637161676" name="TextBox 4"/>
          <p:cNvSpPr txBox="1"/>
          <p:nvPr/>
        </p:nvSpPr>
        <p:spPr bwMode="auto">
          <a:xfrm>
            <a:off x="1089741" y="341363"/>
            <a:ext cx="1008575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>
                <a:cs typeface="Arial"/>
              </a:rPr>
              <a:t>Fokus liegt auf Systemstabilität</a:t>
            </a:r>
            <a:endParaRPr lang="en-US"/>
          </a:p>
        </p:txBody>
      </p:sp>
      <p:sp>
        <p:nvSpPr>
          <p:cNvPr id="165684861" name="TextBox 159"/>
          <p:cNvSpPr txBox="1"/>
          <p:nvPr/>
        </p:nvSpPr>
        <p:spPr bwMode="auto">
          <a:xfrm>
            <a:off x="1089740" y="802404"/>
            <a:ext cx="10073879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Dot-Voting</a:t>
            </a:r>
            <a:endParaRPr lang="en-US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324315262" name=""/>
          <p:cNvGraphicFramePr>
            <a:graphicFrameLocks xmlns:a="http://schemas.openxmlformats.org/drawingml/2006/main"/>
          </p:cNvGraphicFramePr>
          <p:nvPr/>
        </p:nvGraphicFramePr>
        <p:xfrm rot="0">
          <a:off x="1626969" y="1298863"/>
          <a:ext cx="9101665" cy="5022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8842485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F5224F-8360-60CC-E1D8-ED0CA3507000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063027" name="Rectangle 9"/>
          <p:cNvSpPr/>
          <p:nvPr/>
        </p:nvSpPr>
        <p:spPr bwMode="auto">
          <a:xfrm flipV="1">
            <a:off x="1006691" y="201713"/>
            <a:ext cx="10360902" cy="19946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284858341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0"/>
            <a:ext cx="592286" cy="585189"/>
          </a:xfrm>
          <a:prstGeom prst="rect">
            <a:avLst/>
          </a:prstGeom>
        </p:spPr>
      </p:pic>
      <p:sp>
        <p:nvSpPr>
          <p:cNvPr id="691382400" name="TextBox 4"/>
          <p:cNvSpPr txBox="1"/>
          <p:nvPr/>
        </p:nvSpPr>
        <p:spPr bwMode="auto">
          <a:xfrm>
            <a:off x="1089740" y="341362"/>
            <a:ext cx="1007459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>
                <a:cs typeface="Arial"/>
              </a:rPr>
              <a:t>Fokus auf </a:t>
            </a:r>
            <a:r>
              <a:rPr lang="de-DE" sz="24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Systemstabilität</a:t>
            </a:r>
            <a:endParaRPr lang="en-US"/>
          </a:p>
        </p:txBody>
      </p:sp>
      <p:sp>
        <p:nvSpPr>
          <p:cNvPr id="2024072888" name="TextBox 159"/>
          <p:cNvSpPr txBox="1"/>
          <p:nvPr/>
        </p:nvSpPr>
        <p:spPr bwMode="auto">
          <a:xfrm>
            <a:off x="1089740" y="802404"/>
            <a:ext cx="10073159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Resultat</a:t>
            </a:r>
            <a:endParaRPr lang="en-US">
              <a:solidFill>
                <a:srgbClr val="91CCCA"/>
              </a:solidFill>
              <a:cs typeface="Arial"/>
            </a:endParaRPr>
          </a:p>
        </p:txBody>
      </p:sp>
      <p:sp>
        <p:nvSpPr>
          <p:cNvPr id="337448232" name="TextBox 1"/>
          <p:cNvSpPr txBox="1"/>
          <p:nvPr/>
        </p:nvSpPr>
        <p:spPr bwMode="auto">
          <a:xfrm flipH="0" flipV="0">
            <a:off x="1034614" y="1691279"/>
            <a:ext cx="10317667" cy="17377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/>
              <a:t>Die </a:t>
            </a:r>
            <a:r>
              <a:rPr lang="de-DE" b="1"/>
              <a:t>Systemstabilität </a:t>
            </a:r>
            <a:r>
              <a:rPr lang="de-DE" b="0"/>
              <a:t>hat sich </a:t>
            </a:r>
            <a:r>
              <a:rPr lang="de-DE"/>
              <a:t>als größter Pain-Point herauskristallisiert und wurde dementsprechend stark gewichtet. Der Fokus liegt aber ebenso auf der </a:t>
            </a:r>
            <a:r>
              <a:rPr lang="de-DE" b="1"/>
              <a:t>einfachen Wartbarkeit</a:t>
            </a:r>
            <a:r>
              <a:rPr lang="de-DE"/>
              <a:t> des Systems, so wie der Konformität nach geltender </a:t>
            </a:r>
            <a:r>
              <a:rPr lang="de-DE" b="1"/>
              <a:t>DSGVO</a:t>
            </a:r>
            <a:r>
              <a:rPr lang="de-DE"/>
              <a:t>. Abseits davon wurden </a:t>
            </a:r>
            <a:r>
              <a:rPr lang="de-DE" b="1"/>
              <a:t>Mitarbeiterschulungen </a:t>
            </a:r>
            <a:r>
              <a:rPr lang="de-DE"/>
              <a:t>als begleitende Maßnahme für einen erfolgreichen Betrieb genannt.</a:t>
            </a:r>
            <a:endParaRPr lang="de-DE"/>
          </a:p>
          <a:p>
            <a:pPr>
              <a:defRPr/>
            </a:pPr>
            <a:r>
              <a:rPr lang="de-DE"/>
              <a:t>Die </a:t>
            </a:r>
            <a:r>
              <a:rPr lang="de-DE" b="1"/>
              <a:t>Rollenverteilung </a:t>
            </a:r>
            <a:r>
              <a:rPr lang="de-DE"/>
              <a:t>wurde vergleichsweise niedrig priorisiert. Der abgeleitete Konsens ist, dass eine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Rollenverteilung </a:t>
            </a:r>
            <a:r>
              <a:rPr lang="de-DE"/>
              <a:t>zwar nötig ist, aber einfacher ausfallen darf. </a:t>
            </a:r>
            <a:endParaRPr lang="de-DE"/>
          </a:p>
        </p:txBody>
      </p:sp>
      <p:sp>
        <p:nvSpPr>
          <p:cNvPr id="67039105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DC6ACD-2497-D6A7-C7E4-DE8D4264CE7F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604524" name="Rectangle 9"/>
          <p:cNvSpPr/>
          <p:nvPr/>
        </p:nvSpPr>
        <p:spPr bwMode="auto">
          <a:xfrm flipV="1">
            <a:off x="1006691" y="201713"/>
            <a:ext cx="10360902" cy="19946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66586410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0"/>
            <a:ext cx="592286" cy="585189"/>
          </a:xfrm>
          <a:prstGeom prst="rect">
            <a:avLst/>
          </a:prstGeom>
        </p:spPr>
      </p:pic>
      <p:sp>
        <p:nvSpPr>
          <p:cNvPr id="1833088973" name="Oval 27"/>
          <p:cNvSpPr/>
          <p:nvPr/>
        </p:nvSpPr>
        <p:spPr bwMode="auto">
          <a:xfrm>
            <a:off x="3900901" y="2566218"/>
            <a:ext cx="4569043" cy="1733085"/>
          </a:xfrm>
          <a:prstGeom prst="ellipse">
            <a:avLst/>
          </a:prstGeom>
          <a:noFill/>
          <a:ln w="57150"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de-DE" sz="2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Retrospektive</a:t>
            </a:r>
            <a:endParaRPr lang="en-US" sz="2800">
              <a:cs typeface="Arial"/>
            </a:endParaRPr>
          </a:p>
        </p:txBody>
      </p:sp>
      <p:sp>
        <p:nvSpPr>
          <p:cNvPr id="2790481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9452AC4-9B8A-115C-85A6-CF60BDEDF787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074570" name="Rectangle 9"/>
          <p:cNvSpPr/>
          <p:nvPr/>
        </p:nvSpPr>
        <p:spPr bwMode="auto">
          <a:xfrm flipV="1">
            <a:off x="1006691" y="201712"/>
            <a:ext cx="10360901" cy="19945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832194873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78"/>
            <a:ext cx="592284" cy="585189"/>
          </a:xfrm>
          <a:prstGeom prst="rect">
            <a:avLst/>
          </a:prstGeom>
        </p:spPr>
      </p:pic>
      <p:sp>
        <p:nvSpPr>
          <p:cNvPr id="1653285669" name="TextBox 4"/>
          <p:cNvSpPr txBox="1"/>
          <p:nvPr/>
        </p:nvSpPr>
        <p:spPr bwMode="auto">
          <a:xfrm>
            <a:off x="1089740" y="341362"/>
            <a:ext cx="1009007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>
                <a:cs typeface="Arial"/>
              </a:rPr>
              <a:t>Guter Workshop mit verwertbaren Ergebnissen</a:t>
            </a:r>
            <a:endParaRPr lang="en-US"/>
          </a:p>
        </p:txBody>
      </p:sp>
      <p:sp>
        <p:nvSpPr>
          <p:cNvPr id="1143216182" name="TextBox 159"/>
          <p:cNvSpPr txBox="1"/>
          <p:nvPr/>
        </p:nvSpPr>
        <p:spPr bwMode="auto">
          <a:xfrm>
            <a:off x="1089739" y="802404"/>
            <a:ext cx="10076398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Positives</a:t>
            </a:r>
            <a:endParaRPr lang="en-US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1222849032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1128600" y="1534638"/>
          <a:ext cx="7839323" cy="5226216"/>
          <a:chOff x="0" y="0"/>
          <a:chExt cx="7839323" cy="5226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095195142" name=""/>
          <p:cNvSpPr/>
          <p:nvPr/>
        </p:nvSpPr>
        <p:spPr bwMode="auto">
          <a:xfrm rot="0" flipH="0" flipV="0">
            <a:off x="1545902" y="1301470"/>
            <a:ext cx="1993570" cy="471438"/>
          </a:xfrm>
          <a:prstGeom prst="flowChartAlternateProcess">
            <a:avLst/>
          </a:prstGeom>
          <a:solidFill>
            <a:srgbClr val="A1D68B"/>
          </a:solidFill>
          <a:ln w="1269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de-DE">
                <a:solidFill>
                  <a:schemeClr val="bg1"/>
                </a:solidFill>
              </a:rPr>
              <a:t>Positiver Aspekt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03866931" name=""/>
          <p:cNvSpPr/>
          <p:nvPr/>
        </p:nvSpPr>
        <p:spPr bwMode="auto">
          <a:xfrm rot="0" flipH="0" flipV="0">
            <a:off x="4417629" y="1301470"/>
            <a:ext cx="3539023" cy="471438"/>
          </a:xfrm>
          <a:prstGeom prst="flowChartAlternateProcess">
            <a:avLst/>
          </a:prstGeom>
          <a:solidFill>
            <a:srgbClr val="CEDECA"/>
          </a:solidFill>
          <a:ln w="12699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de-DE">
                <a:solidFill>
                  <a:schemeClr val="bg1"/>
                </a:solidFill>
              </a:rPr>
              <a:t>Details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526603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2B39FA6-9E12-EC08-18D1-5C76E00D8152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91452" name="Rectangle 9"/>
          <p:cNvSpPr/>
          <p:nvPr/>
        </p:nvSpPr>
        <p:spPr bwMode="auto">
          <a:xfrm flipV="1">
            <a:off x="1006691" y="201712"/>
            <a:ext cx="10360901" cy="19945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857094242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78"/>
            <a:ext cx="592284" cy="585189"/>
          </a:xfrm>
          <a:prstGeom prst="rect">
            <a:avLst/>
          </a:prstGeom>
        </p:spPr>
      </p:pic>
      <p:sp>
        <p:nvSpPr>
          <p:cNvPr id="2049348804" name="TextBox 4"/>
          <p:cNvSpPr txBox="1"/>
          <p:nvPr/>
        </p:nvSpPr>
        <p:spPr bwMode="auto">
          <a:xfrm>
            <a:off x="1089740" y="341362"/>
            <a:ext cx="1008107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>
                <a:cs typeface="Arial"/>
              </a:rPr>
              <a:t>Lösbare Probleme</a:t>
            </a:r>
            <a:endParaRPr lang="en-US"/>
          </a:p>
        </p:txBody>
      </p:sp>
      <p:sp>
        <p:nvSpPr>
          <p:cNvPr id="1587551793" name="TextBox 159"/>
          <p:cNvSpPr txBox="1"/>
          <p:nvPr/>
        </p:nvSpPr>
        <p:spPr bwMode="auto">
          <a:xfrm>
            <a:off x="1089740" y="802404"/>
            <a:ext cx="10085038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Verbesserungspotential</a:t>
            </a:r>
            <a:endParaRPr lang="en-US">
              <a:solidFill>
                <a:srgbClr val="91CCCA"/>
              </a:solidFill>
              <a:cs typeface="Arial"/>
            </a:endParaRPr>
          </a:p>
        </p:txBody>
      </p:sp>
      <p:graphicFrame>
        <p:nvGraphicFramePr>
          <p:cNvPr id="3922486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1128601" y="1534639"/>
          <a:ext cx="7839325" cy="5226216"/>
          <a:chOff x="0" y="0"/>
          <a:chExt cx="7839325" cy="5226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7" r:qs="rId8" r:cs="rId6"/>
          </a:graphicData>
        </a:graphic>
      </p:graphicFrame>
      <p:sp>
        <p:nvSpPr>
          <p:cNvPr id="1059051411" name=""/>
          <p:cNvSpPr/>
          <p:nvPr/>
        </p:nvSpPr>
        <p:spPr bwMode="auto">
          <a:xfrm rot="0" flipH="0" flipV="0">
            <a:off x="1545901" y="1301471"/>
            <a:ext cx="1993570" cy="471438"/>
          </a:xfrm>
          <a:prstGeom prst="flowChartAlternateProcess">
            <a:avLst/>
          </a:prstGeom>
          <a:solidFill>
            <a:srgbClr val="D9A300"/>
          </a:solidFill>
          <a:ln w="1269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de-DE"/>
              <a:t>Problem</a:t>
            </a:r>
            <a:endParaRPr/>
          </a:p>
        </p:txBody>
      </p:sp>
      <p:sp>
        <p:nvSpPr>
          <p:cNvPr id="1444890045" name=""/>
          <p:cNvSpPr/>
          <p:nvPr/>
        </p:nvSpPr>
        <p:spPr bwMode="auto">
          <a:xfrm rot="0" flipH="0" flipV="0">
            <a:off x="4417630" y="1301471"/>
            <a:ext cx="3539024" cy="471438"/>
          </a:xfrm>
          <a:prstGeom prst="flowChartAlternateProcess">
            <a:avLst/>
          </a:prstGeom>
          <a:solidFill>
            <a:srgbClr val="CEDECA"/>
          </a:solidFill>
          <a:ln w="12699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de-DE">
                <a:solidFill>
                  <a:schemeClr val="bg1"/>
                </a:solidFill>
              </a:rPr>
              <a:t>Verbesserungsvorschlag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30492445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868C603-DE21-CDD8-1D0D-DBF327B6C8EB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609325" name="Rectangle 9"/>
          <p:cNvSpPr/>
          <p:nvPr/>
        </p:nvSpPr>
        <p:spPr bwMode="auto">
          <a:xfrm flipV="1">
            <a:off x="1006691" y="201713"/>
            <a:ext cx="10360902" cy="19946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91939023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80"/>
            <a:ext cx="592286" cy="585189"/>
          </a:xfrm>
          <a:prstGeom prst="rect">
            <a:avLst/>
          </a:prstGeom>
        </p:spPr>
      </p:pic>
      <p:sp>
        <p:nvSpPr>
          <p:cNvPr id="973994376" name="Oval 27"/>
          <p:cNvSpPr/>
          <p:nvPr/>
        </p:nvSpPr>
        <p:spPr bwMode="auto">
          <a:xfrm>
            <a:off x="3900901" y="2566218"/>
            <a:ext cx="4569043" cy="1733085"/>
          </a:xfrm>
          <a:prstGeom prst="ellipse">
            <a:avLst/>
          </a:prstGeom>
          <a:noFill/>
          <a:ln w="57150"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de-DE" sz="2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Gutachten</a:t>
            </a:r>
            <a:endParaRPr lang="en-US" sz="2800">
              <a:cs typeface="Arial"/>
            </a:endParaRPr>
          </a:p>
        </p:txBody>
      </p:sp>
      <p:sp>
        <p:nvSpPr>
          <p:cNvPr id="12150660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9C5409-519E-8AF6-7EBA-6A5A90093DE3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759215" name="Rectangle 9"/>
          <p:cNvSpPr/>
          <p:nvPr/>
        </p:nvSpPr>
        <p:spPr bwMode="auto">
          <a:xfrm flipV="1">
            <a:off x="1006691" y="201712"/>
            <a:ext cx="10360901" cy="19945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115715280" name="Grafik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018" y="125478"/>
            <a:ext cx="592284" cy="585189"/>
          </a:xfrm>
          <a:prstGeom prst="rect">
            <a:avLst/>
          </a:prstGeom>
        </p:spPr>
      </p:pic>
      <p:sp>
        <p:nvSpPr>
          <p:cNvPr id="564676389" name="TextBox 4"/>
          <p:cNvSpPr txBox="1"/>
          <p:nvPr/>
        </p:nvSpPr>
        <p:spPr bwMode="auto">
          <a:xfrm>
            <a:off x="1089740" y="341362"/>
            <a:ext cx="10108799" cy="457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>
                <a:cs typeface="Arial"/>
              </a:rPr>
              <a:t>Einfacher Aufbau liefert gute Ergebnisse</a:t>
            </a:r>
            <a:endParaRPr b="1"/>
          </a:p>
        </p:txBody>
      </p:sp>
      <p:sp>
        <p:nvSpPr>
          <p:cNvPr id="2119349417" name="TextBox 159"/>
          <p:cNvSpPr txBox="1"/>
          <p:nvPr/>
        </p:nvSpPr>
        <p:spPr bwMode="auto">
          <a:xfrm>
            <a:off x="1089740" y="802404"/>
            <a:ext cx="10095838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KI im Vertrieb @Audi GMBH</a:t>
            </a:r>
            <a:endParaRPr lang="en-US">
              <a:solidFill>
                <a:srgbClr val="91CCCA"/>
              </a:solidFill>
              <a:cs typeface="Arial"/>
            </a:endParaRPr>
          </a:p>
        </p:txBody>
      </p:sp>
      <p:sp>
        <p:nvSpPr>
          <p:cNvPr id="497954713" name="TextBox 1"/>
          <p:cNvSpPr txBox="1"/>
          <p:nvPr/>
        </p:nvSpPr>
        <p:spPr bwMode="auto">
          <a:xfrm flipH="0" flipV="0">
            <a:off x="1034614" y="1168524"/>
            <a:ext cx="10486865" cy="33836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/>
              <a:t>Was:</a:t>
            </a:r>
            <a:endParaRPr lang="de-DE" b="1"/>
          </a:p>
          <a:p>
            <a:pPr>
              <a:defRPr/>
            </a:pPr>
            <a:r>
              <a:rPr lang="de-DE" b="1"/>
              <a:t>	</a:t>
            </a:r>
            <a:r>
              <a:rPr lang="de-DE" b="1"/>
              <a:t>Finden</a:t>
            </a:r>
            <a:r>
              <a:rPr lang="de-DE" b="0"/>
              <a:t> von KI Use-Cases im Vertrieb bei Audi.</a:t>
            </a:r>
            <a:endParaRPr lang="de-DE" b="0"/>
          </a:p>
          <a:p>
            <a:pPr>
              <a:defRPr/>
            </a:pPr>
            <a:endParaRPr lang="de-DE" b="0"/>
          </a:p>
          <a:p>
            <a:pPr>
              <a:defRPr/>
            </a:pPr>
            <a:r>
              <a:rPr lang="de-DE" b="1"/>
              <a:t>Wie:</a:t>
            </a:r>
            <a:endParaRPr lang="de-DE" b="1"/>
          </a:p>
          <a:p>
            <a:pPr>
              <a:defRPr/>
            </a:pPr>
            <a:r>
              <a:rPr lang="de-DE" b="0"/>
              <a:t>	</a:t>
            </a:r>
            <a:r>
              <a:rPr lang="de-DE" b="1"/>
              <a:t>Aufteilung</a:t>
            </a:r>
            <a:r>
              <a:rPr lang="de-DE" b="0"/>
              <a:t> in 3 Gruppen für Unterbereiche des Vertriebs.</a:t>
            </a:r>
            <a:endParaRPr lang="de-DE" b="0"/>
          </a:p>
          <a:p>
            <a:pPr>
              <a:defRPr/>
            </a:pPr>
            <a:r>
              <a:rPr lang="de-DE" b="0"/>
              <a:t>	</a:t>
            </a:r>
            <a:r>
              <a:rPr lang="de-DE" b="1"/>
              <a:t>Sammlung</a:t>
            </a:r>
            <a:r>
              <a:rPr lang="de-DE" b="0"/>
              <a:t> und </a:t>
            </a:r>
            <a:r>
              <a:rPr lang="de-DE" b="1"/>
              <a:t>Ausarbeitung </a:t>
            </a:r>
            <a:r>
              <a:rPr lang="de-DE" b="0"/>
              <a:t>von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Ideen</a:t>
            </a:r>
            <a:r>
              <a:rPr lang="de-DE" b="0"/>
              <a:t> auf Idea-Napkin.</a:t>
            </a:r>
            <a:endParaRPr lang="de-DE" b="0"/>
          </a:p>
          <a:p>
            <a:pPr>
              <a:defRPr/>
            </a:pPr>
            <a:r>
              <a:rPr lang="de-DE" b="0"/>
              <a:t>	</a:t>
            </a:r>
            <a:r>
              <a:rPr lang="de-DE" b="1"/>
              <a:t>Bewertung</a:t>
            </a:r>
            <a:r>
              <a:rPr lang="de-DE" b="0"/>
              <a:t> der Ideen in einer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Business-Value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-Matrix</a:t>
            </a:r>
            <a:r>
              <a:rPr lang="de-DE" b="0"/>
              <a:t>.</a:t>
            </a:r>
            <a:endParaRPr lang="de-DE" b="0"/>
          </a:p>
          <a:p>
            <a:pPr>
              <a:defRPr/>
            </a:pPr>
            <a:r>
              <a:rPr lang="de-DE" b="0"/>
              <a:t>	</a:t>
            </a:r>
            <a:r>
              <a:rPr lang="de-DE" b="1"/>
              <a:t>Vorstellung</a:t>
            </a:r>
            <a:r>
              <a:rPr lang="de-DE" b="0"/>
              <a:t> der besten Idee aus jeder Gruppe.</a:t>
            </a:r>
            <a:endParaRPr lang="de-DE" b="0"/>
          </a:p>
          <a:p>
            <a:pPr>
              <a:defRPr/>
            </a:pPr>
            <a:endParaRPr lang="de-DE" b="0"/>
          </a:p>
          <a:p>
            <a:pPr>
              <a:defRPr/>
            </a:pPr>
            <a:r>
              <a:rPr lang="de-DE" b="1"/>
              <a:t>Ergebnis:</a:t>
            </a:r>
            <a:endParaRPr lang="de-DE" b="1"/>
          </a:p>
          <a:p>
            <a:pPr>
              <a:defRPr/>
            </a:pPr>
            <a:r>
              <a:rPr lang="de-DE" b="0"/>
              <a:t>	</a:t>
            </a:r>
            <a:r>
              <a:rPr lang="de-DE" b="0"/>
              <a:t>Drei gut formulierte Use-Cases die weiter verfolgt werden können.</a:t>
            </a:r>
            <a:endParaRPr b="0"/>
          </a:p>
          <a:p>
            <a:pPr>
              <a:defRPr/>
            </a:pPr>
            <a:endParaRPr b="0"/>
          </a:p>
        </p:txBody>
      </p:sp>
      <p:sp>
        <p:nvSpPr>
          <p:cNvPr id="80326188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A5888F3-4956-01D8-EA55-18DD38846275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4085679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938892" y="-476249"/>
            <a:ext cx="10516178" cy="8700591"/>
          </a:xfrm>
          <a:prstGeom prst="rect">
            <a:avLst/>
          </a:prstGeom>
        </p:spPr>
      </p:pic>
      <p:sp>
        <p:nvSpPr>
          <p:cNvPr id="1890175277" name=""/>
          <p:cNvSpPr/>
          <p:nvPr/>
        </p:nvSpPr>
        <p:spPr bwMode="auto">
          <a:xfrm rot="0" flipH="0" flipV="0">
            <a:off x="2777653" y="2864826"/>
            <a:ext cx="6770076" cy="1069730"/>
          </a:xfrm>
          <a:prstGeom prst="flowChartAlternateProcess">
            <a:avLst/>
          </a:prstGeom>
          <a:solidFill>
            <a:srgbClr val="364B42"/>
          </a:solidFill>
          <a:ln w="15875" cap="flat" cmpd="sng" algn="ctr">
            <a:solidFill>
              <a:srgbClr val="364B4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5817760" name="Rectangle 9"/>
          <p:cNvSpPr/>
          <p:nvPr/>
        </p:nvSpPr>
        <p:spPr bwMode="auto">
          <a:xfrm flipV="1">
            <a:off x="1006690" y="201711"/>
            <a:ext cx="10360900" cy="19944"/>
          </a:xfrm>
          <a:prstGeom prst="rect">
            <a:avLst/>
          </a:prstGeom>
          <a:solidFill>
            <a:srgbClr val="91CCCA"/>
          </a:solidFill>
          <a:ln>
            <a:solidFill>
              <a:srgbClr val="91C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14942728" name="Grafik 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53018" y="125478"/>
            <a:ext cx="592284" cy="585189"/>
          </a:xfrm>
          <a:prstGeom prst="rect">
            <a:avLst/>
          </a:prstGeom>
        </p:spPr>
      </p:pic>
      <p:sp>
        <p:nvSpPr>
          <p:cNvPr id="965305581" name="TextBox 4"/>
          <p:cNvSpPr txBox="1"/>
          <p:nvPr/>
        </p:nvSpPr>
        <p:spPr bwMode="auto">
          <a:xfrm>
            <a:off x="1089739" y="341361"/>
            <a:ext cx="10109518" cy="7318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4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Arial"/>
              </a:rPr>
              <a:t>Guter Workshop mit kleineren Lernmöglichkeiten</a:t>
            </a:r>
            <a:endParaRPr sz="2400" b="1"/>
          </a:p>
          <a:p>
            <a:pPr>
              <a:defRPr/>
            </a:pPr>
            <a:endParaRPr/>
          </a:p>
        </p:txBody>
      </p:sp>
      <p:sp>
        <p:nvSpPr>
          <p:cNvPr id="627604639" name="TextBox 159"/>
          <p:cNvSpPr txBox="1"/>
          <p:nvPr/>
        </p:nvSpPr>
        <p:spPr bwMode="auto">
          <a:xfrm>
            <a:off x="1089739" y="802404"/>
            <a:ext cx="10095837" cy="3661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1">
                <a:solidFill>
                  <a:srgbClr val="91CCCA"/>
                </a:solidFill>
                <a:cs typeface="Arial"/>
              </a:rPr>
              <a:t>KI im Vertrieb @Audi GMBH</a:t>
            </a:r>
            <a:endParaRPr lang="en-US">
              <a:solidFill>
                <a:srgbClr val="91CCCA"/>
              </a:solidFill>
              <a:cs typeface="Arial"/>
            </a:endParaRPr>
          </a:p>
        </p:txBody>
      </p:sp>
      <p:sp>
        <p:nvSpPr>
          <p:cNvPr id="1933883582" name="TextBox 1"/>
          <p:cNvSpPr txBox="1"/>
          <p:nvPr/>
        </p:nvSpPr>
        <p:spPr bwMode="auto">
          <a:xfrm flipH="0" flipV="0">
            <a:off x="3004788" y="1234465"/>
            <a:ext cx="6938036" cy="11890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0"/>
              <a:t>Idea-Napkin sowie die Business-Value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-Matrix</a:t>
            </a:r>
            <a:r>
              <a:rPr lang="de-DE" b="0"/>
              <a:t> boten eine gute </a:t>
            </a:r>
            <a:r>
              <a:rPr lang="de-DE" b="1"/>
              <a:t>Rahmenstruktur</a:t>
            </a:r>
            <a:r>
              <a:rPr lang="de-DE" b="0"/>
              <a:t>. Gerade die Fragen auf dem Idea-Napkin helfen dabei sich konkrete Punkte zu überlegen.</a:t>
            </a:r>
            <a:r>
              <a:rPr b="0"/>
              <a:t>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Business-Value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-Matrix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eignet sich gut zur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objektiven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Bewertung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der Ideen.</a:t>
            </a:r>
            <a:endParaRPr b="0"/>
          </a:p>
        </p:txBody>
      </p:sp>
      <p:sp>
        <p:nvSpPr>
          <p:cNvPr id="2010659457" name=""/>
          <p:cNvSpPr txBox="1"/>
          <p:nvPr/>
        </p:nvSpPr>
        <p:spPr bwMode="auto">
          <a:xfrm rot="0" flipH="0" flipV="0">
            <a:off x="2146465" y="3005185"/>
            <a:ext cx="8328700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/>
              <a:t>Das Anbringen der Idea-Napkins auf der Matrix </a:t>
            </a:r>
            <a:r>
              <a:rPr b="0"/>
              <a:t>war etwas ungenau, da die Matrix mit 6 Blättern etwas </a:t>
            </a:r>
            <a:r>
              <a:rPr b="1"/>
              <a:t>überfüllt </a:t>
            </a:r>
            <a:r>
              <a:rPr b="0"/>
              <a:t>ist.</a:t>
            </a:r>
            <a:endParaRPr b="0"/>
          </a:p>
          <a:p>
            <a:pPr algn="l">
              <a:defRPr/>
            </a:pPr>
            <a:endParaRPr b="0"/>
          </a:p>
          <a:p>
            <a:pPr algn="l">
              <a:defRPr/>
            </a:pPr>
            <a:r>
              <a:rPr lang="de-DE" b="0"/>
              <a:t>Die Anschließende Vorstellung ist zwar für die Teilnehmer Interessant, jedoch für den Workshop selbst nicht weiter relevant.</a:t>
            </a:r>
            <a:r>
              <a:rPr b="0"/>
              <a:t> Hier hätte man vielleicht mit den Ergebnissen in der großen Gruppe nochmal  </a:t>
            </a:r>
            <a:r>
              <a:rPr b="0"/>
              <a:t>etwas machen können</a:t>
            </a:r>
            <a:r>
              <a:rPr b="0"/>
              <a:t>.</a:t>
            </a:r>
            <a:endParaRPr b="0"/>
          </a:p>
        </p:txBody>
      </p:sp>
      <p:sp>
        <p:nvSpPr>
          <p:cNvPr id="799074124" name="TextBox 1"/>
          <p:cNvSpPr txBox="1"/>
          <p:nvPr/>
        </p:nvSpPr>
        <p:spPr bwMode="auto">
          <a:xfrm flipH="0" flipV="0">
            <a:off x="3004788" y="5394691"/>
            <a:ext cx="6942716" cy="914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b="0"/>
              <a:t>Der Workshop im Allgemeinen war gut </a:t>
            </a:r>
            <a:r>
              <a:rPr lang="de-DE" b="1"/>
              <a:t>strukturiert </a:t>
            </a:r>
            <a:r>
              <a:rPr lang="de-DE" b="0"/>
              <a:t>und man wurde vom aktuellen Sprecher/Präsentator immer gut durch die Aufgaben </a:t>
            </a:r>
            <a:r>
              <a:rPr lang="de-DE" b="1"/>
              <a:t>geführt</a:t>
            </a:r>
            <a:r>
              <a:rPr lang="de-DE" b="0"/>
              <a:t>. So war immer genau klar, was erwartet wurde. </a:t>
            </a:r>
            <a:endParaRPr b="0"/>
          </a:p>
        </p:txBody>
      </p:sp>
      <p:sp>
        <p:nvSpPr>
          <p:cNvPr id="61238633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48FD2F-4A4C-FDF8-AA3C-47C54A42B475}" type="slidenum">
              <a:rPr lang="en-US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Madison">
      <a:fillStyleLst>
        <a:solidFill>
          <a:schemeClr val="phClr"/>
        </a:solidFill>
        <a:gradFill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Madison">
      <a:fillStyleLst>
        <a:solidFill>
          <a:schemeClr val="phClr"/>
        </a:solidFill>
        <a:gradFill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/>
          <a:stretch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33</Slides>
  <Notes>33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</cp:revision>
  <dcterms:created xsi:type="dcterms:W3CDTF">2026-02-11T11:45:54Z</dcterms:created>
  <dcterms:modified xsi:type="dcterms:W3CDTF">2026-02-22T16:39:54Z</dcterms:modified>
</cp:coreProperties>
</file>